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17607D-A778-41DD-9066-C1BC4AD85323}" v="64" dt="2026-01-20T01:20:55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Zidu" userId="ddee660dd4c673c8" providerId="LiveId" clId="{A67FB1E3-16B7-4F7C-98E5-D10E746CA828}"/>
    <pc:docChg chg="undo redo custSel addSld modSld">
      <pc:chgData name="Cristian Zidu" userId="ddee660dd4c673c8" providerId="LiveId" clId="{A67FB1E3-16B7-4F7C-98E5-D10E746CA828}" dt="2026-01-20T01:38:02.069" v="734" actId="20577"/>
      <pc:docMkLst>
        <pc:docMk/>
      </pc:docMkLst>
      <pc:sldChg chg="modSp new mod">
        <pc:chgData name="Cristian Zidu" userId="ddee660dd4c673c8" providerId="LiveId" clId="{A67FB1E3-16B7-4F7C-98E5-D10E746CA828}" dt="2026-01-20T00:31:58.988" v="75" actId="20577"/>
        <pc:sldMkLst>
          <pc:docMk/>
          <pc:sldMk cId="1444898327" sldId="256"/>
        </pc:sldMkLst>
        <pc:spChg chg="mod">
          <ac:chgData name="Cristian Zidu" userId="ddee660dd4c673c8" providerId="LiveId" clId="{A67FB1E3-16B7-4F7C-98E5-D10E746CA828}" dt="2026-01-20T00:31:34.564" v="12" actId="20577"/>
          <ac:spMkLst>
            <pc:docMk/>
            <pc:sldMk cId="1444898327" sldId="256"/>
            <ac:spMk id="2" creationId="{1C24FA3B-A5E5-9D69-EE36-4E9B59F60F11}"/>
          </ac:spMkLst>
        </pc:spChg>
        <pc:spChg chg="mod">
          <ac:chgData name="Cristian Zidu" userId="ddee660dd4c673c8" providerId="LiveId" clId="{A67FB1E3-16B7-4F7C-98E5-D10E746CA828}" dt="2026-01-20T00:31:58.988" v="75" actId="20577"/>
          <ac:spMkLst>
            <pc:docMk/>
            <pc:sldMk cId="1444898327" sldId="256"/>
            <ac:spMk id="3" creationId="{F9AC95BC-E6F1-E496-1B86-DD62C9E48221}"/>
          </ac:spMkLst>
        </pc:spChg>
      </pc:sldChg>
      <pc:sldChg chg="modSp new mod">
        <pc:chgData name="Cristian Zidu" userId="ddee660dd4c673c8" providerId="LiveId" clId="{A67FB1E3-16B7-4F7C-98E5-D10E746CA828}" dt="2026-01-20T00:40:37.271" v="116" actId="20577"/>
        <pc:sldMkLst>
          <pc:docMk/>
          <pc:sldMk cId="897350139" sldId="257"/>
        </pc:sldMkLst>
        <pc:spChg chg="mod">
          <ac:chgData name="Cristian Zidu" userId="ddee660dd4c673c8" providerId="LiveId" clId="{A67FB1E3-16B7-4F7C-98E5-D10E746CA828}" dt="2026-01-20T00:32:44.873" v="110" actId="20577"/>
          <ac:spMkLst>
            <pc:docMk/>
            <pc:sldMk cId="897350139" sldId="257"/>
            <ac:spMk id="2" creationId="{D1A3A944-B474-F782-224F-CB7F917E9092}"/>
          </ac:spMkLst>
        </pc:spChg>
        <pc:spChg chg="mod">
          <ac:chgData name="Cristian Zidu" userId="ddee660dd4c673c8" providerId="LiveId" clId="{A67FB1E3-16B7-4F7C-98E5-D10E746CA828}" dt="2026-01-20T00:40:37.271" v="116" actId="20577"/>
          <ac:spMkLst>
            <pc:docMk/>
            <pc:sldMk cId="897350139" sldId="257"/>
            <ac:spMk id="3" creationId="{86B69F43-FBA1-A68E-785E-962C26FC5EEA}"/>
          </ac:spMkLst>
        </pc:spChg>
      </pc:sldChg>
      <pc:sldChg chg="modSp new mod">
        <pc:chgData name="Cristian Zidu" userId="ddee660dd4c673c8" providerId="LiveId" clId="{A67FB1E3-16B7-4F7C-98E5-D10E746CA828}" dt="2026-01-20T00:41:23.197" v="120" actId="5793"/>
        <pc:sldMkLst>
          <pc:docMk/>
          <pc:sldMk cId="2323662758" sldId="258"/>
        </pc:sldMkLst>
        <pc:spChg chg="mod">
          <ac:chgData name="Cristian Zidu" userId="ddee660dd4c673c8" providerId="LiveId" clId="{A67FB1E3-16B7-4F7C-98E5-D10E746CA828}" dt="2026-01-20T00:40:47.465" v="118"/>
          <ac:spMkLst>
            <pc:docMk/>
            <pc:sldMk cId="2323662758" sldId="258"/>
            <ac:spMk id="2" creationId="{8A47B150-DDB8-07F5-C9C9-54A764A87111}"/>
          </ac:spMkLst>
        </pc:spChg>
        <pc:spChg chg="mod">
          <ac:chgData name="Cristian Zidu" userId="ddee660dd4c673c8" providerId="LiveId" clId="{A67FB1E3-16B7-4F7C-98E5-D10E746CA828}" dt="2026-01-20T00:41:23.197" v="120" actId="5793"/>
          <ac:spMkLst>
            <pc:docMk/>
            <pc:sldMk cId="2323662758" sldId="258"/>
            <ac:spMk id="3" creationId="{481C4BF0-87FF-C584-A4F6-545435D4D6AB}"/>
          </ac:spMkLst>
        </pc:spChg>
      </pc:sldChg>
      <pc:sldChg chg="addSp delSp modSp new mod">
        <pc:chgData name="Cristian Zidu" userId="ddee660dd4c673c8" providerId="LiveId" clId="{A67FB1E3-16B7-4F7C-98E5-D10E746CA828}" dt="2026-01-20T00:43:19.656" v="158" actId="1076"/>
        <pc:sldMkLst>
          <pc:docMk/>
          <pc:sldMk cId="2578488181" sldId="259"/>
        </pc:sldMkLst>
        <pc:spChg chg="mod">
          <ac:chgData name="Cristian Zidu" userId="ddee660dd4c673c8" providerId="LiveId" clId="{A67FB1E3-16B7-4F7C-98E5-D10E746CA828}" dt="2026-01-20T00:41:55.716" v="154" actId="20577"/>
          <ac:spMkLst>
            <pc:docMk/>
            <pc:sldMk cId="2578488181" sldId="259"/>
            <ac:spMk id="2" creationId="{689DEDB2-4130-754E-5ADD-BAD4D334481D}"/>
          </ac:spMkLst>
        </pc:spChg>
        <pc:spChg chg="del">
          <ac:chgData name="Cristian Zidu" userId="ddee660dd4c673c8" providerId="LiveId" clId="{A67FB1E3-16B7-4F7C-98E5-D10E746CA828}" dt="2026-01-20T00:42:59.882" v="155"/>
          <ac:spMkLst>
            <pc:docMk/>
            <pc:sldMk cId="2578488181" sldId="259"/>
            <ac:spMk id="3" creationId="{33423F4D-BF29-461B-C0C7-CAC5B9166778}"/>
          </ac:spMkLst>
        </pc:spChg>
        <pc:picChg chg="add mod">
          <ac:chgData name="Cristian Zidu" userId="ddee660dd4c673c8" providerId="LiveId" clId="{A67FB1E3-16B7-4F7C-98E5-D10E746CA828}" dt="2026-01-20T00:42:59.882" v="155"/>
          <ac:picMkLst>
            <pc:docMk/>
            <pc:sldMk cId="2578488181" sldId="259"/>
            <ac:picMk id="4" creationId="{B077F9B6-9C71-21CA-86CA-C737C4224F40}"/>
          </ac:picMkLst>
        </pc:picChg>
        <pc:picChg chg="add mod">
          <ac:chgData name="Cristian Zidu" userId="ddee660dd4c673c8" providerId="LiveId" clId="{A67FB1E3-16B7-4F7C-98E5-D10E746CA828}" dt="2026-01-20T00:43:19.656" v="158" actId="1076"/>
          <ac:picMkLst>
            <pc:docMk/>
            <pc:sldMk cId="2578488181" sldId="259"/>
            <ac:picMk id="5" creationId="{0F57B514-275B-FF5C-34C0-B8A2C1E6D824}"/>
          </ac:picMkLst>
        </pc:picChg>
      </pc:sldChg>
      <pc:sldChg chg="modSp new mod">
        <pc:chgData name="Cristian Zidu" userId="ddee660dd4c673c8" providerId="LiveId" clId="{A67FB1E3-16B7-4F7C-98E5-D10E746CA828}" dt="2026-01-20T00:47:09.288" v="175"/>
        <pc:sldMkLst>
          <pc:docMk/>
          <pc:sldMk cId="1838151422" sldId="260"/>
        </pc:sldMkLst>
        <pc:spChg chg="mod">
          <ac:chgData name="Cristian Zidu" userId="ddee660dd4c673c8" providerId="LiveId" clId="{A67FB1E3-16B7-4F7C-98E5-D10E746CA828}" dt="2026-01-20T00:46:54.242" v="160"/>
          <ac:spMkLst>
            <pc:docMk/>
            <pc:sldMk cId="1838151422" sldId="260"/>
            <ac:spMk id="2" creationId="{E32F4BC5-0794-619A-08BE-6BD1136D2F26}"/>
          </ac:spMkLst>
        </pc:spChg>
        <pc:spChg chg="mod">
          <ac:chgData name="Cristian Zidu" userId="ddee660dd4c673c8" providerId="LiveId" clId="{A67FB1E3-16B7-4F7C-98E5-D10E746CA828}" dt="2026-01-20T00:47:09.288" v="175"/>
          <ac:spMkLst>
            <pc:docMk/>
            <pc:sldMk cId="1838151422" sldId="260"/>
            <ac:spMk id="3" creationId="{72E26F41-9E20-DFD4-A5E0-64F8EF5301A4}"/>
          </ac:spMkLst>
        </pc:spChg>
      </pc:sldChg>
      <pc:sldChg chg="modSp new mod">
        <pc:chgData name="Cristian Zidu" userId="ddee660dd4c673c8" providerId="LiveId" clId="{A67FB1E3-16B7-4F7C-98E5-D10E746CA828}" dt="2026-01-20T00:50:26.721" v="232" actId="20577"/>
        <pc:sldMkLst>
          <pc:docMk/>
          <pc:sldMk cId="4280142242" sldId="261"/>
        </pc:sldMkLst>
        <pc:spChg chg="mod">
          <ac:chgData name="Cristian Zidu" userId="ddee660dd4c673c8" providerId="LiveId" clId="{A67FB1E3-16B7-4F7C-98E5-D10E746CA828}" dt="2026-01-20T00:47:22.407" v="177"/>
          <ac:spMkLst>
            <pc:docMk/>
            <pc:sldMk cId="4280142242" sldId="261"/>
            <ac:spMk id="2" creationId="{9A4D7C4B-0DB4-F261-30E0-1380B360AC9D}"/>
          </ac:spMkLst>
        </pc:spChg>
        <pc:spChg chg="mod">
          <ac:chgData name="Cristian Zidu" userId="ddee660dd4c673c8" providerId="LiveId" clId="{A67FB1E3-16B7-4F7C-98E5-D10E746CA828}" dt="2026-01-20T00:50:26.721" v="232" actId="20577"/>
          <ac:spMkLst>
            <pc:docMk/>
            <pc:sldMk cId="4280142242" sldId="261"/>
            <ac:spMk id="3" creationId="{BA34BE84-0C97-3060-D4A8-B681322F179C}"/>
          </ac:spMkLst>
        </pc:spChg>
      </pc:sldChg>
      <pc:sldChg chg="modSp new mod">
        <pc:chgData name="Cristian Zidu" userId="ddee660dd4c673c8" providerId="LiveId" clId="{A67FB1E3-16B7-4F7C-98E5-D10E746CA828}" dt="2026-01-20T00:51:47.394" v="239" actId="20577"/>
        <pc:sldMkLst>
          <pc:docMk/>
          <pc:sldMk cId="112352497" sldId="262"/>
        </pc:sldMkLst>
        <pc:spChg chg="mod">
          <ac:chgData name="Cristian Zidu" userId="ddee660dd4c673c8" providerId="LiveId" clId="{A67FB1E3-16B7-4F7C-98E5-D10E746CA828}" dt="2026-01-20T00:51:04.926" v="234"/>
          <ac:spMkLst>
            <pc:docMk/>
            <pc:sldMk cId="112352497" sldId="262"/>
            <ac:spMk id="2" creationId="{32AF003A-52DA-03D7-BFA3-31E9C18BEB18}"/>
          </ac:spMkLst>
        </pc:spChg>
        <pc:spChg chg="mod">
          <ac:chgData name="Cristian Zidu" userId="ddee660dd4c673c8" providerId="LiveId" clId="{A67FB1E3-16B7-4F7C-98E5-D10E746CA828}" dt="2026-01-20T00:51:47.394" v="239" actId="20577"/>
          <ac:spMkLst>
            <pc:docMk/>
            <pc:sldMk cId="112352497" sldId="262"/>
            <ac:spMk id="3" creationId="{7FBCCC4B-B896-A847-C43C-77883344182F}"/>
          </ac:spMkLst>
        </pc:spChg>
      </pc:sldChg>
      <pc:sldChg chg="modSp new mod">
        <pc:chgData name="Cristian Zidu" userId="ddee660dd4c673c8" providerId="LiveId" clId="{A67FB1E3-16B7-4F7C-98E5-D10E746CA828}" dt="2026-01-20T00:52:25.452" v="256"/>
        <pc:sldMkLst>
          <pc:docMk/>
          <pc:sldMk cId="3452850059" sldId="263"/>
        </pc:sldMkLst>
        <pc:spChg chg="mod">
          <ac:chgData name="Cristian Zidu" userId="ddee660dd4c673c8" providerId="LiveId" clId="{A67FB1E3-16B7-4F7C-98E5-D10E746CA828}" dt="2026-01-20T00:52:15.806" v="255" actId="20577"/>
          <ac:spMkLst>
            <pc:docMk/>
            <pc:sldMk cId="3452850059" sldId="263"/>
            <ac:spMk id="2" creationId="{2EA8EFA3-1842-1829-F012-62959DD83FA3}"/>
          </ac:spMkLst>
        </pc:spChg>
        <pc:spChg chg="mod">
          <ac:chgData name="Cristian Zidu" userId="ddee660dd4c673c8" providerId="LiveId" clId="{A67FB1E3-16B7-4F7C-98E5-D10E746CA828}" dt="2026-01-20T00:52:25.452" v="256"/>
          <ac:spMkLst>
            <pc:docMk/>
            <pc:sldMk cId="3452850059" sldId="263"/>
            <ac:spMk id="3" creationId="{937A9256-DBB0-BD12-5708-47222517B104}"/>
          </ac:spMkLst>
        </pc:spChg>
      </pc:sldChg>
      <pc:sldChg chg="modSp new">
        <pc:chgData name="Cristian Zidu" userId="ddee660dd4c673c8" providerId="LiveId" clId="{A67FB1E3-16B7-4F7C-98E5-D10E746CA828}" dt="2026-01-20T00:52:57.011" v="259"/>
        <pc:sldMkLst>
          <pc:docMk/>
          <pc:sldMk cId="4184011668" sldId="264"/>
        </pc:sldMkLst>
        <pc:spChg chg="mod">
          <ac:chgData name="Cristian Zidu" userId="ddee660dd4c673c8" providerId="LiveId" clId="{A67FB1E3-16B7-4F7C-98E5-D10E746CA828}" dt="2026-01-20T00:52:48.136" v="258"/>
          <ac:spMkLst>
            <pc:docMk/>
            <pc:sldMk cId="4184011668" sldId="264"/>
            <ac:spMk id="2" creationId="{65525DBD-7243-DA1A-666F-51D926C35AFC}"/>
          </ac:spMkLst>
        </pc:spChg>
        <pc:spChg chg="mod">
          <ac:chgData name="Cristian Zidu" userId="ddee660dd4c673c8" providerId="LiveId" clId="{A67FB1E3-16B7-4F7C-98E5-D10E746CA828}" dt="2026-01-20T00:52:57.011" v="259"/>
          <ac:spMkLst>
            <pc:docMk/>
            <pc:sldMk cId="4184011668" sldId="264"/>
            <ac:spMk id="3" creationId="{C141B69A-3FE6-C104-C965-D17854C6F5F1}"/>
          </ac:spMkLst>
        </pc:spChg>
      </pc:sldChg>
      <pc:sldChg chg="modSp new">
        <pc:chgData name="Cristian Zidu" userId="ddee660dd4c673c8" providerId="LiveId" clId="{A67FB1E3-16B7-4F7C-98E5-D10E746CA828}" dt="2026-01-20T00:53:16.227" v="262"/>
        <pc:sldMkLst>
          <pc:docMk/>
          <pc:sldMk cId="1659172033" sldId="265"/>
        </pc:sldMkLst>
        <pc:spChg chg="mod">
          <ac:chgData name="Cristian Zidu" userId="ddee660dd4c673c8" providerId="LiveId" clId="{A67FB1E3-16B7-4F7C-98E5-D10E746CA828}" dt="2026-01-20T00:53:06.582" v="261"/>
          <ac:spMkLst>
            <pc:docMk/>
            <pc:sldMk cId="1659172033" sldId="265"/>
            <ac:spMk id="2" creationId="{B40B3D3B-7B2D-8911-1F1D-31CE712A5447}"/>
          </ac:spMkLst>
        </pc:spChg>
        <pc:spChg chg="mod">
          <ac:chgData name="Cristian Zidu" userId="ddee660dd4c673c8" providerId="LiveId" clId="{A67FB1E3-16B7-4F7C-98E5-D10E746CA828}" dt="2026-01-20T00:53:16.227" v="262"/>
          <ac:spMkLst>
            <pc:docMk/>
            <pc:sldMk cId="1659172033" sldId="265"/>
            <ac:spMk id="3" creationId="{2E4D2721-C166-E6C2-29CE-5AC05B67B4AA}"/>
          </ac:spMkLst>
        </pc:spChg>
      </pc:sldChg>
      <pc:sldChg chg="modSp new">
        <pc:chgData name="Cristian Zidu" userId="ddee660dd4c673c8" providerId="LiveId" clId="{A67FB1E3-16B7-4F7C-98E5-D10E746CA828}" dt="2026-01-20T00:53:32.212" v="265"/>
        <pc:sldMkLst>
          <pc:docMk/>
          <pc:sldMk cId="3208501362" sldId="266"/>
        </pc:sldMkLst>
        <pc:spChg chg="mod">
          <ac:chgData name="Cristian Zidu" userId="ddee660dd4c673c8" providerId="LiveId" clId="{A67FB1E3-16B7-4F7C-98E5-D10E746CA828}" dt="2026-01-20T00:53:26.399" v="264"/>
          <ac:spMkLst>
            <pc:docMk/>
            <pc:sldMk cId="3208501362" sldId="266"/>
            <ac:spMk id="2" creationId="{9FFA2079-BE69-AAAC-7CDD-C88281FBC684}"/>
          </ac:spMkLst>
        </pc:spChg>
        <pc:spChg chg="mod">
          <ac:chgData name="Cristian Zidu" userId="ddee660dd4c673c8" providerId="LiveId" clId="{A67FB1E3-16B7-4F7C-98E5-D10E746CA828}" dt="2026-01-20T00:53:32.212" v="265"/>
          <ac:spMkLst>
            <pc:docMk/>
            <pc:sldMk cId="3208501362" sldId="266"/>
            <ac:spMk id="3" creationId="{E8AC1318-2A16-E0BA-451F-130F912E9014}"/>
          </ac:spMkLst>
        </pc:spChg>
      </pc:sldChg>
      <pc:sldChg chg="modSp new">
        <pc:chgData name="Cristian Zidu" userId="ddee660dd4c673c8" providerId="LiveId" clId="{A67FB1E3-16B7-4F7C-98E5-D10E746CA828}" dt="2026-01-20T00:53:55.418" v="268"/>
        <pc:sldMkLst>
          <pc:docMk/>
          <pc:sldMk cId="3978359484" sldId="267"/>
        </pc:sldMkLst>
        <pc:spChg chg="mod">
          <ac:chgData name="Cristian Zidu" userId="ddee660dd4c673c8" providerId="LiveId" clId="{A67FB1E3-16B7-4F7C-98E5-D10E746CA828}" dt="2026-01-20T00:53:48.014" v="267"/>
          <ac:spMkLst>
            <pc:docMk/>
            <pc:sldMk cId="3978359484" sldId="267"/>
            <ac:spMk id="2" creationId="{A1C4BB5F-9156-44A1-62D9-F52687890F85}"/>
          </ac:spMkLst>
        </pc:spChg>
        <pc:spChg chg="mod">
          <ac:chgData name="Cristian Zidu" userId="ddee660dd4c673c8" providerId="LiveId" clId="{A67FB1E3-16B7-4F7C-98E5-D10E746CA828}" dt="2026-01-20T00:53:55.418" v="268"/>
          <ac:spMkLst>
            <pc:docMk/>
            <pc:sldMk cId="3978359484" sldId="267"/>
            <ac:spMk id="3" creationId="{268851AA-C311-80DA-6452-58469893E4F9}"/>
          </ac:spMkLst>
        </pc:spChg>
      </pc:sldChg>
      <pc:sldChg chg="modSp new mod">
        <pc:chgData name="Cristian Zidu" userId="ddee660dd4c673c8" providerId="LiveId" clId="{A67FB1E3-16B7-4F7C-98E5-D10E746CA828}" dt="2026-01-20T00:56:46.137" v="306" actId="20577"/>
        <pc:sldMkLst>
          <pc:docMk/>
          <pc:sldMk cId="2685311226" sldId="268"/>
        </pc:sldMkLst>
        <pc:spChg chg="mod">
          <ac:chgData name="Cristian Zidu" userId="ddee660dd4c673c8" providerId="LiveId" clId="{A67FB1E3-16B7-4F7C-98E5-D10E746CA828}" dt="2026-01-20T00:56:05.554" v="301" actId="20577"/>
          <ac:spMkLst>
            <pc:docMk/>
            <pc:sldMk cId="2685311226" sldId="268"/>
            <ac:spMk id="2" creationId="{5B34E0DE-2951-2EA7-F909-6CA0203485E9}"/>
          </ac:spMkLst>
        </pc:spChg>
        <pc:spChg chg="mod">
          <ac:chgData name="Cristian Zidu" userId="ddee660dd4c673c8" providerId="LiveId" clId="{A67FB1E3-16B7-4F7C-98E5-D10E746CA828}" dt="2026-01-20T00:56:46.137" v="306" actId="20577"/>
          <ac:spMkLst>
            <pc:docMk/>
            <pc:sldMk cId="2685311226" sldId="268"/>
            <ac:spMk id="3" creationId="{6A05D8DC-D71B-649A-6532-6364B53369C1}"/>
          </ac:spMkLst>
        </pc:spChg>
      </pc:sldChg>
      <pc:sldChg chg="modSp new mod">
        <pc:chgData name="Cristian Zidu" userId="ddee660dd4c673c8" providerId="LiveId" clId="{A67FB1E3-16B7-4F7C-98E5-D10E746CA828}" dt="2026-01-20T00:57:55.137" v="311" actId="27636"/>
        <pc:sldMkLst>
          <pc:docMk/>
          <pc:sldMk cId="2946065590" sldId="269"/>
        </pc:sldMkLst>
        <pc:spChg chg="mod">
          <ac:chgData name="Cristian Zidu" userId="ddee660dd4c673c8" providerId="LiveId" clId="{A67FB1E3-16B7-4F7C-98E5-D10E746CA828}" dt="2026-01-20T00:57:24.411" v="308"/>
          <ac:spMkLst>
            <pc:docMk/>
            <pc:sldMk cId="2946065590" sldId="269"/>
            <ac:spMk id="2" creationId="{5C4AC5ED-8DCC-51CE-2B3C-EFBA1E3A8671}"/>
          </ac:spMkLst>
        </pc:spChg>
        <pc:spChg chg="mod">
          <ac:chgData name="Cristian Zidu" userId="ddee660dd4c673c8" providerId="LiveId" clId="{A67FB1E3-16B7-4F7C-98E5-D10E746CA828}" dt="2026-01-20T00:57:55.137" v="311" actId="27636"/>
          <ac:spMkLst>
            <pc:docMk/>
            <pc:sldMk cId="2946065590" sldId="269"/>
            <ac:spMk id="3" creationId="{6DE7E902-0FC3-C2AC-B801-8D6DFC36439B}"/>
          </ac:spMkLst>
        </pc:spChg>
      </pc:sldChg>
      <pc:sldChg chg="modSp new mod">
        <pc:chgData name="Cristian Zidu" userId="ddee660dd4c673c8" providerId="LiveId" clId="{A67FB1E3-16B7-4F7C-98E5-D10E746CA828}" dt="2026-01-20T00:58:39.696" v="319" actId="5793"/>
        <pc:sldMkLst>
          <pc:docMk/>
          <pc:sldMk cId="1504131015" sldId="270"/>
        </pc:sldMkLst>
        <pc:spChg chg="mod">
          <ac:chgData name="Cristian Zidu" userId="ddee660dd4c673c8" providerId="LiveId" clId="{A67FB1E3-16B7-4F7C-98E5-D10E746CA828}" dt="2026-01-20T00:58:05.493" v="313"/>
          <ac:spMkLst>
            <pc:docMk/>
            <pc:sldMk cId="1504131015" sldId="270"/>
            <ac:spMk id="2" creationId="{CF5B3338-7339-DC6D-C854-DC0BC0A64084}"/>
          </ac:spMkLst>
        </pc:spChg>
        <pc:spChg chg="mod">
          <ac:chgData name="Cristian Zidu" userId="ddee660dd4c673c8" providerId="LiveId" clId="{A67FB1E3-16B7-4F7C-98E5-D10E746CA828}" dt="2026-01-20T00:58:39.696" v="319" actId="5793"/>
          <ac:spMkLst>
            <pc:docMk/>
            <pc:sldMk cId="1504131015" sldId="270"/>
            <ac:spMk id="3" creationId="{8AAEBBB6-DBCA-B5BB-075C-6560005BDD21}"/>
          </ac:spMkLst>
        </pc:spChg>
      </pc:sldChg>
      <pc:sldChg chg="modSp new mod">
        <pc:chgData name="Cristian Zidu" userId="ddee660dd4c673c8" providerId="LiveId" clId="{A67FB1E3-16B7-4F7C-98E5-D10E746CA828}" dt="2026-01-20T00:59:33.751" v="357" actId="20577"/>
        <pc:sldMkLst>
          <pc:docMk/>
          <pc:sldMk cId="1282194200" sldId="271"/>
        </pc:sldMkLst>
        <pc:spChg chg="mod">
          <ac:chgData name="Cristian Zidu" userId="ddee660dd4c673c8" providerId="LiveId" clId="{A67FB1E3-16B7-4F7C-98E5-D10E746CA828}" dt="2026-01-20T00:58:51.244" v="321"/>
          <ac:spMkLst>
            <pc:docMk/>
            <pc:sldMk cId="1282194200" sldId="271"/>
            <ac:spMk id="2" creationId="{0313492B-C879-68E1-D8C1-928EC00F55F8}"/>
          </ac:spMkLst>
        </pc:spChg>
        <pc:spChg chg="mod">
          <ac:chgData name="Cristian Zidu" userId="ddee660dd4c673c8" providerId="LiveId" clId="{A67FB1E3-16B7-4F7C-98E5-D10E746CA828}" dt="2026-01-20T00:59:33.751" v="357" actId="20577"/>
          <ac:spMkLst>
            <pc:docMk/>
            <pc:sldMk cId="1282194200" sldId="271"/>
            <ac:spMk id="3" creationId="{0EEC26B0-7AF7-A84F-E300-6CE4B59B2DB1}"/>
          </ac:spMkLst>
        </pc:spChg>
      </pc:sldChg>
      <pc:sldChg chg="modSp new mod">
        <pc:chgData name="Cristian Zidu" userId="ddee660dd4c673c8" providerId="LiveId" clId="{A67FB1E3-16B7-4F7C-98E5-D10E746CA828}" dt="2026-01-20T01:00:06.448" v="362" actId="5793"/>
        <pc:sldMkLst>
          <pc:docMk/>
          <pc:sldMk cId="4138053699" sldId="272"/>
        </pc:sldMkLst>
        <pc:spChg chg="mod">
          <ac:chgData name="Cristian Zidu" userId="ddee660dd4c673c8" providerId="LiveId" clId="{A67FB1E3-16B7-4F7C-98E5-D10E746CA828}" dt="2026-01-20T00:59:50.760" v="359"/>
          <ac:spMkLst>
            <pc:docMk/>
            <pc:sldMk cId="4138053699" sldId="272"/>
            <ac:spMk id="2" creationId="{1B829A89-68C7-DF96-3B7C-11FA19C47A55}"/>
          </ac:spMkLst>
        </pc:spChg>
        <pc:spChg chg="mod">
          <ac:chgData name="Cristian Zidu" userId="ddee660dd4c673c8" providerId="LiveId" clId="{A67FB1E3-16B7-4F7C-98E5-D10E746CA828}" dt="2026-01-20T01:00:06.448" v="362" actId="5793"/>
          <ac:spMkLst>
            <pc:docMk/>
            <pc:sldMk cId="4138053699" sldId="272"/>
            <ac:spMk id="3" creationId="{BDE78732-B7D0-655F-BCEB-FDFF7E1F5E57}"/>
          </ac:spMkLst>
        </pc:spChg>
      </pc:sldChg>
      <pc:sldChg chg="modSp new">
        <pc:chgData name="Cristian Zidu" userId="ddee660dd4c673c8" providerId="LiveId" clId="{A67FB1E3-16B7-4F7C-98E5-D10E746CA828}" dt="2026-01-20T01:00:37.170" v="365"/>
        <pc:sldMkLst>
          <pc:docMk/>
          <pc:sldMk cId="3020487479" sldId="273"/>
        </pc:sldMkLst>
        <pc:spChg chg="mod">
          <ac:chgData name="Cristian Zidu" userId="ddee660dd4c673c8" providerId="LiveId" clId="{A67FB1E3-16B7-4F7C-98E5-D10E746CA828}" dt="2026-01-20T01:00:17.947" v="364"/>
          <ac:spMkLst>
            <pc:docMk/>
            <pc:sldMk cId="3020487479" sldId="273"/>
            <ac:spMk id="2" creationId="{49762F5D-790C-8EE6-65CA-0BC190C08257}"/>
          </ac:spMkLst>
        </pc:spChg>
        <pc:spChg chg="mod">
          <ac:chgData name="Cristian Zidu" userId="ddee660dd4c673c8" providerId="LiveId" clId="{A67FB1E3-16B7-4F7C-98E5-D10E746CA828}" dt="2026-01-20T01:00:37.170" v="365"/>
          <ac:spMkLst>
            <pc:docMk/>
            <pc:sldMk cId="3020487479" sldId="273"/>
            <ac:spMk id="3" creationId="{661BD670-7844-EBC5-9E8A-1AB743BD846D}"/>
          </ac:spMkLst>
        </pc:spChg>
      </pc:sldChg>
      <pc:sldChg chg="modSp new mod">
        <pc:chgData name="Cristian Zidu" userId="ddee660dd4c673c8" providerId="LiveId" clId="{A67FB1E3-16B7-4F7C-98E5-D10E746CA828}" dt="2026-01-20T01:01:29.563" v="393" actId="20577"/>
        <pc:sldMkLst>
          <pc:docMk/>
          <pc:sldMk cId="1912807217" sldId="274"/>
        </pc:sldMkLst>
        <pc:spChg chg="mod">
          <ac:chgData name="Cristian Zidu" userId="ddee660dd4c673c8" providerId="LiveId" clId="{A67FB1E3-16B7-4F7C-98E5-D10E746CA828}" dt="2026-01-20T01:00:48.406" v="367"/>
          <ac:spMkLst>
            <pc:docMk/>
            <pc:sldMk cId="1912807217" sldId="274"/>
            <ac:spMk id="2" creationId="{BBC236BE-00E3-D78A-972C-28FFD233969D}"/>
          </ac:spMkLst>
        </pc:spChg>
        <pc:spChg chg="mod">
          <ac:chgData name="Cristian Zidu" userId="ddee660dd4c673c8" providerId="LiveId" clId="{A67FB1E3-16B7-4F7C-98E5-D10E746CA828}" dt="2026-01-20T01:01:29.563" v="393" actId="20577"/>
          <ac:spMkLst>
            <pc:docMk/>
            <pc:sldMk cId="1912807217" sldId="274"/>
            <ac:spMk id="3" creationId="{1D947B19-8841-9787-3783-CAA143A7A239}"/>
          </ac:spMkLst>
        </pc:spChg>
      </pc:sldChg>
      <pc:sldChg chg="addSp delSp modSp new mod">
        <pc:chgData name="Cristian Zidu" userId="ddee660dd4c673c8" providerId="LiveId" clId="{A67FB1E3-16B7-4F7C-98E5-D10E746CA828}" dt="2026-01-20T01:02:54.621" v="410" actId="1076"/>
        <pc:sldMkLst>
          <pc:docMk/>
          <pc:sldMk cId="718881259" sldId="275"/>
        </pc:sldMkLst>
        <pc:spChg chg="mod">
          <ac:chgData name="Cristian Zidu" userId="ddee660dd4c673c8" providerId="LiveId" clId="{A67FB1E3-16B7-4F7C-98E5-D10E746CA828}" dt="2026-01-20T01:01:59.443" v="395"/>
          <ac:spMkLst>
            <pc:docMk/>
            <pc:sldMk cId="718881259" sldId="275"/>
            <ac:spMk id="2" creationId="{80E92664-F07C-6066-8F81-D607C918E781}"/>
          </ac:spMkLst>
        </pc:spChg>
        <pc:spChg chg="del">
          <ac:chgData name="Cristian Zidu" userId="ddee660dd4c673c8" providerId="LiveId" clId="{A67FB1E3-16B7-4F7C-98E5-D10E746CA828}" dt="2026-01-20T01:02:10.266" v="396"/>
          <ac:spMkLst>
            <pc:docMk/>
            <pc:sldMk cId="718881259" sldId="275"/>
            <ac:spMk id="3" creationId="{33C078E2-FE27-EEB4-7645-2B52C7496D0E}"/>
          </ac:spMkLst>
        </pc:spChg>
        <pc:spChg chg="add mod">
          <ac:chgData name="Cristian Zidu" userId="ddee660dd4c673c8" providerId="LiveId" clId="{A67FB1E3-16B7-4F7C-98E5-D10E746CA828}" dt="2026-01-20T01:02:44.718" v="407" actId="20577"/>
          <ac:spMkLst>
            <pc:docMk/>
            <pc:sldMk cId="718881259" sldId="275"/>
            <ac:spMk id="6" creationId="{0D4B16F4-D27F-EDED-888D-2E83801EC0C6}"/>
          </ac:spMkLst>
        </pc:spChg>
        <pc:picChg chg="add del mod">
          <ac:chgData name="Cristian Zidu" userId="ddee660dd4c673c8" providerId="LiveId" clId="{A67FB1E3-16B7-4F7C-98E5-D10E746CA828}" dt="2026-01-20T01:02:30.433" v="398" actId="21"/>
          <ac:picMkLst>
            <pc:docMk/>
            <pc:sldMk cId="718881259" sldId="275"/>
            <ac:picMk id="4" creationId="{47BF83E4-4081-8D16-8F0B-C57FA4E252FE}"/>
          </ac:picMkLst>
        </pc:picChg>
        <pc:picChg chg="add mod">
          <ac:chgData name="Cristian Zidu" userId="ddee660dd4c673c8" providerId="LiveId" clId="{A67FB1E3-16B7-4F7C-98E5-D10E746CA828}" dt="2026-01-20T01:02:54.621" v="410" actId="1076"/>
          <ac:picMkLst>
            <pc:docMk/>
            <pc:sldMk cId="718881259" sldId="275"/>
            <ac:picMk id="7" creationId="{B835EEE8-DBD4-649F-A286-667AF43BE237}"/>
          </ac:picMkLst>
        </pc:picChg>
      </pc:sldChg>
      <pc:sldChg chg="addSp modSp new mod">
        <pc:chgData name="Cristian Zidu" userId="ddee660dd4c673c8" providerId="LiveId" clId="{A67FB1E3-16B7-4F7C-98E5-D10E746CA828}" dt="2026-01-20T01:06:07.264" v="425" actId="1076"/>
        <pc:sldMkLst>
          <pc:docMk/>
          <pc:sldMk cId="390083121" sldId="276"/>
        </pc:sldMkLst>
        <pc:spChg chg="mod">
          <ac:chgData name="Cristian Zidu" userId="ddee660dd4c673c8" providerId="LiveId" clId="{A67FB1E3-16B7-4F7C-98E5-D10E746CA828}" dt="2026-01-20T01:03:05.135" v="412"/>
          <ac:spMkLst>
            <pc:docMk/>
            <pc:sldMk cId="390083121" sldId="276"/>
            <ac:spMk id="2" creationId="{972372EA-428B-0DF5-8127-302212C1CB6C}"/>
          </ac:spMkLst>
        </pc:spChg>
        <pc:spChg chg="mod">
          <ac:chgData name="Cristian Zidu" userId="ddee660dd4c673c8" providerId="LiveId" clId="{A67FB1E3-16B7-4F7C-98E5-D10E746CA828}" dt="2026-01-20T01:05:54.758" v="423" actId="20577"/>
          <ac:spMkLst>
            <pc:docMk/>
            <pc:sldMk cId="390083121" sldId="276"/>
            <ac:spMk id="3" creationId="{77F1BE01-179E-5554-E177-374163C84D39}"/>
          </ac:spMkLst>
        </pc:spChg>
        <pc:picChg chg="add mod">
          <ac:chgData name="Cristian Zidu" userId="ddee660dd4c673c8" providerId="LiveId" clId="{A67FB1E3-16B7-4F7C-98E5-D10E746CA828}" dt="2026-01-20T01:06:07.264" v="425" actId="1076"/>
          <ac:picMkLst>
            <pc:docMk/>
            <pc:sldMk cId="390083121" sldId="276"/>
            <ac:picMk id="4" creationId="{575484FD-7262-CDE4-6B03-577CEB4314B0}"/>
          </ac:picMkLst>
        </pc:picChg>
      </pc:sldChg>
      <pc:sldChg chg="addSp delSp modSp add mod">
        <pc:chgData name="Cristian Zidu" userId="ddee660dd4c673c8" providerId="LiveId" clId="{A67FB1E3-16B7-4F7C-98E5-D10E746CA828}" dt="2026-01-20T01:06:54.285" v="436" actId="1076"/>
        <pc:sldMkLst>
          <pc:docMk/>
          <pc:sldMk cId="2517719257" sldId="277"/>
        </pc:sldMkLst>
        <pc:spChg chg="mod">
          <ac:chgData name="Cristian Zidu" userId="ddee660dd4c673c8" providerId="LiveId" clId="{A67FB1E3-16B7-4F7C-98E5-D10E746CA828}" dt="2026-01-20T01:06:42.456" v="434" actId="20577"/>
          <ac:spMkLst>
            <pc:docMk/>
            <pc:sldMk cId="2517719257" sldId="277"/>
            <ac:spMk id="3" creationId="{A99E2154-1B6A-D33B-76D6-AA8965557A8E}"/>
          </ac:spMkLst>
        </pc:spChg>
        <pc:picChg chg="del">
          <ac:chgData name="Cristian Zidu" userId="ddee660dd4c673c8" providerId="LiveId" clId="{A67FB1E3-16B7-4F7C-98E5-D10E746CA828}" dt="2026-01-20T01:06:39.056" v="431" actId="21"/>
          <ac:picMkLst>
            <pc:docMk/>
            <pc:sldMk cId="2517719257" sldId="277"/>
            <ac:picMk id="4" creationId="{365A6582-660D-352E-740C-E3AE820C3718}"/>
          </ac:picMkLst>
        </pc:picChg>
        <pc:picChg chg="add mod">
          <ac:chgData name="Cristian Zidu" userId="ddee660dd4c673c8" providerId="LiveId" clId="{A67FB1E3-16B7-4F7C-98E5-D10E746CA828}" dt="2026-01-20T01:06:54.285" v="436" actId="1076"/>
          <ac:picMkLst>
            <pc:docMk/>
            <pc:sldMk cId="2517719257" sldId="277"/>
            <ac:picMk id="5" creationId="{59075A91-65DF-975B-3E05-26C2AB5E4277}"/>
          </ac:picMkLst>
        </pc:picChg>
      </pc:sldChg>
      <pc:sldChg chg="addSp delSp modSp add mod setBg">
        <pc:chgData name="Cristian Zidu" userId="ddee660dd4c673c8" providerId="LiveId" clId="{A67FB1E3-16B7-4F7C-98E5-D10E746CA828}" dt="2026-01-20T01:07:41.934" v="444" actId="26606"/>
        <pc:sldMkLst>
          <pc:docMk/>
          <pc:sldMk cId="4138356361" sldId="278"/>
        </pc:sldMkLst>
        <pc:spChg chg="mod">
          <ac:chgData name="Cristian Zidu" userId="ddee660dd4c673c8" providerId="LiveId" clId="{A67FB1E3-16B7-4F7C-98E5-D10E746CA828}" dt="2026-01-20T01:07:41.934" v="444" actId="26606"/>
          <ac:spMkLst>
            <pc:docMk/>
            <pc:sldMk cId="4138356361" sldId="278"/>
            <ac:spMk id="2" creationId="{0AA50DBF-1E42-447A-F7E1-684BB68116E0}"/>
          </ac:spMkLst>
        </pc:spChg>
        <pc:spChg chg="mod ord">
          <ac:chgData name="Cristian Zidu" userId="ddee660dd4c673c8" providerId="LiveId" clId="{A67FB1E3-16B7-4F7C-98E5-D10E746CA828}" dt="2026-01-20T01:07:41.934" v="444" actId="26606"/>
          <ac:spMkLst>
            <pc:docMk/>
            <pc:sldMk cId="4138356361" sldId="278"/>
            <ac:spMk id="3" creationId="{40901E3D-5179-4638-89F4-E2F27E015FFB}"/>
          </ac:spMkLst>
        </pc:spChg>
        <pc:spChg chg="add">
          <ac:chgData name="Cristian Zidu" userId="ddee660dd4c673c8" providerId="LiveId" clId="{A67FB1E3-16B7-4F7C-98E5-D10E746CA828}" dt="2026-01-20T01:07:41.934" v="444" actId="26606"/>
          <ac:spMkLst>
            <pc:docMk/>
            <pc:sldMk cId="4138356361" sldId="278"/>
            <ac:spMk id="9" creationId="{D7A453D2-15D8-4403-815F-291FA16340D9}"/>
          </ac:spMkLst>
        </pc:spChg>
        <pc:spChg chg="add">
          <ac:chgData name="Cristian Zidu" userId="ddee660dd4c673c8" providerId="LiveId" clId="{A67FB1E3-16B7-4F7C-98E5-D10E746CA828}" dt="2026-01-20T01:07:41.934" v="444" actId="26606"/>
          <ac:spMkLst>
            <pc:docMk/>
            <pc:sldMk cId="4138356361" sldId="278"/>
            <ac:spMk id="11" creationId="{8161EA6B-09CA-445B-AB0D-8DF76FA92DEF}"/>
          </ac:spMkLst>
        </pc:spChg>
        <pc:spChg chg="add">
          <ac:chgData name="Cristian Zidu" userId="ddee660dd4c673c8" providerId="LiveId" clId="{A67FB1E3-16B7-4F7C-98E5-D10E746CA828}" dt="2026-01-20T01:07:41.934" v="444" actId="26606"/>
          <ac:spMkLst>
            <pc:docMk/>
            <pc:sldMk cId="4138356361" sldId="278"/>
            <ac:spMk id="21" creationId="{B8114C98-A349-4111-A123-E8EAB86ABE30}"/>
          </ac:spMkLst>
        </pc:spChg>
        <pc:spChg chg="add">
          <ac:chgData name="Cristian Zidu" userId="ddee660dd4c673c8" providerId="LiveId" clId="{A67FB1E3-16B7-4F7C-98E5-D10E746CA828}" dt="2026-01-20T01:07:41.934" v="444" actId="26606"/>
          <ac:spMkLst>
            <pc:docMk/>
            <pc:sldMk cId="4138356361" sldId="278"/>
            <ac:spMk id="29" creationId="{E2D3D3F2-ABBB-4453-B1C5-1BEBF7E4DD56}"/>
          </ac:spMkLst>
        </pc:spChg>
        <pc:spChg chg="add">
          <ac:chgData name="Cristian Zidu" userId="ddee660dd4c673c8" providerId="LiveId" clId="{A67FB1E3-16B7-4F7C-98E5-D10E746CA828}" dt="2026-01-20T01:07:41.934" v="444" actId="26606"/>
          <ac:spMkLst>
            <pc:docMk/>
            <pc:sldMk cId="4138356361" sldId="278"/>
            <ac:spMk id="43" creationId="{773AEA78-C03B-40B7-9D11-DC022119D577}"/>
          </ac:spMkLst>
        </pc:spChg>
        <pc:grpChg chg="add">
          <ac:chgData name="Cristian Zidu" userId="ddee660dd4c673c8" providerId="LiveId" clId="{A67FB1E3-16B7-4F7C-98E5-D10E746CA828}" dt="2026-01-20T01:07:41.934" v="444" actId="26606"/>
          <ac:grpSpMkLst>
            <pc:docMk/>
            <pc:sldMk cId="4138356361" sldId="278"/>
            <ac:grpSpMk id="13" creationId="{913B067F-3154-4968-A886-DF93A787EC44}"/>
          </ac:grpSpMkLst>
        </pc:grpChg>
        <pc:grpChg chg="add">
          <ac:chgData name="Cristian Zidu" userId="ddee660dd4c673c8" providerId="LiveId" clId="{A67FB1E3-16B7-4F7C-98E5-D10E746CA828}" dt="2026-01-20T01:07:41.934" v="444" actId="26606"/>
          <ac:grpSpMkLst>
            <pc:docMk/>
            <pc:sldMk cId="4138356361" sldId="278"/>
            <ac:grpSpMk id="37" creationId="{1F4E1649-4D1F-4A91-AF97-A254BFDD524D}"/>
          </ac:grpSpMkLst>
        </pc:grpChg>
        <pc:picChg chg="add mod">
          <ac:chgData name="Cristian Zidu" userId="ddee660dd4c673c8" providerId="LiveId" clId="{A67FB1E3-16B7-4F7C-98E5-D10E746CA828}" dt="2026-01-20T01:07:41.934" v="444" actId="26606"/>
          <ac:picMkLst>
            <pc:docMk/>
            <pc:sldMk cId="4138356361" sldId="278"/>
            <ac:picMk id="4" creationId="{3E44A224-7350-4334-D70E-C12EB0DAB31D}"/>
          </ac:picMkLst>
        </pc:picChg>
        <pc:picChg chg="del">
          <ac:chgData name="Cristian Zidu" userId="ddee660dd4c673c8" providerId="LiveId" clId="{A67FB1E3-16B7-4F7C-98E5-D10E746CA828}" dt="2026-01-20T01:07:04.239" v="438" actId="21"/>
          <ac:picMkLst>
            <pc:docMk/>
            <pc:sldMk cId="4138356361" sldId="278"/>
            <ac:picMk id="5" creationId="{B2284DB5-E138-45F5-ACD5-A3E71E94FDFF}"/>
          </ac:picMkLst>
        </pc:picChg>
      </pc:sldChg>
      <pc:sldChg chg="modSp add mod">
        <pc:chgData name="Cristian Zidu" userId="ddee660dd4c673c8" providerId="LiveId" clId="{A67FB1E3-16B7-4F7C-98E5-D10E746CA828}" dt="2026-01-20T01:08:35.065" v="486" actId="20577"/>
        <pc:sldMkLst>
          <pc:docMk/>
          <pc:sldMk cId="4085480894" sldId="279"/>
        </pc:sldMkLst>
        <pc:spChg chg="mod">
          <ac:chgData name="Cristian Zidu" userId="ddee660dd4c673c8" providerId="LiveId" clId="{A67FB1E3-16B7-4F7C-98E5-D10E746CA828}" dt="2026-01-20T01:08:35.065" v="486" actId="20577"/>
          <ac:spMkLst>
            <pc:docMk/>
            <pc:sldMk cId="4085480894" sldId="279"/>
            <ac:spMk id="3" creationId="{E366EE8E-94A3-1C59-0FD0-C7BC15BD9FD6}"/>
          </ac:spMkLst>
        </pc:spChg>
      </pc:sldChg>
      <pc:sldChg chg="addSp delSp modSp add mod">
        <pc:chgData name="Cristian Zidu" userId="ddee660dd4c673c8" providerId="LiveId" clId="{A67FB1E3-16B7-4F7C-98E5-D10E746CA828}" dt="2026-01-20T01:38:02.069" v="734" actId="20577"/>
        <pc:sldMkLst>
          <pc:docMk/>
          <pc:sldMk cId="3345412206" sldId="280"/>
        </pc:sldMkLst>
        <pc:spChg chg="mod">
          <ac:chgData name="Cristian Zidu" userId="ddee660dd4c673c8" providerId="LiveId" clId="{A67FB1E3-16B7-4F7C-98E5-D10E746CA828}" dt="2026-01-20T01:38:02.069" v="734" actId="20577"/>
          <ac:spMkLst>
            <pc:docMk/>
            <pc:sldMk cId="3345412206" sldId="280"/>
            <ac:spMk id="3" creationId="{4AFE61FF-C8D2-3A99-B91A-CE2CCC6B64CF}"/>
          </ac:spMkLst>
        </pc:spChg>
        <pc:picChg chg="del">
          <ac:chgData name="Cristian Zidu" userId="ddee660dd4c673c8" providerId="LiveId" clId="{A67FB1E3-16B7-4F7C-98E5-D10E746CA828}" dt="2026-01-20T01:36:17.848" v="574" actId="21"/>
          <ac:picMkLst>
            <pc:docMk/>
            <pc:sldMk cId="3345412206" sldId="280"/>
            <ac:picMk id="4" creationId="{3978EFA1-0F71-167B-54A1-0F3FFD801BA9}"/>
          </ac:picMkLst>
        </pc:picChg>
        <pc:picChg chg="add mod">
          <ac:chgData name="Cristian Zidu" userId="ddee660dd4c673c8" providerId="LiveId" clId="{A67FB1E3-16B7-4F7C-98E5-D10E746CA828}" dt="2026-01-20T01:36:41.683" v="577" actId="1076"/>
          <ac:picMkLst>
            <pc:docMk/>
            <pc:sldMk cId="3345412206" sldId="280"/>
            <ac:picMk id="6" creationId="{0F426334-B165-457F-0CF4-E49DC17D46A5}"/>
          </ac:picMkLst>
        </pc:picChg>
      </pc:sldChg>
      <pc:sldChg chg="modSp new mod">
        <pc:chgData name="Cristian Zidu" userId="ddee660dd4c673c8" providerId="LiveId" clId="{A67FB1E3-16B7-4F7C-98E5-D10E746CA828}" dt="2026-01-20T01:19:20.720" v="554"/>
        <pc:sldMkLst>
          <pc:docMk/>
          <pc:sldMk cId="787716480" sldId="281"/>
        </pc:sldMkLst>
        <pc:spChg chg="mod">
          <ac:chgData name="Cristian Zidu" userId="ddee660dd4c673c8" providerId="LiveId" clId="{A67FB1E3-16B7-4F7C-98E5-D10E746CA828}" dt="2026-01-20T01:09:49.607" v="541" actId="20577"/>
          <ac:spMkLst>
            <pc:docMk/>
            <pc:sldMk cId="787716480" sldId="281"/>
            <ac:spMk id="2" creationId="{5CA95D40-2109-EF88-27EB-C856EC330AE4}"/>
          </ac:spMkLst>
        </pc:spChg>
        <pc:spChg chg="mod">
          <ac:chgData name="Cristian Zidu" userId="ddee660dd4c673c8" providerId="LiveId" clId="{A67FB1E3-16B7-4F7C-98E5-D10E746CA828}" dt="2026-01-20T01:19:20.720" v="554"/>
          <ac:spMkLst>
            <pc:docMk/>
            <pc:sldMk cId="787716480" sldId="281"/>
            <ac:spMk id="3" creationId="{3D949A17-DA10-D4CC-FC13-65A9AB0E24FF}"/>
          </ac:spMkLst>
        </pc:spChg>
      </pc:sldChg>
      <pc:sldChg chg="modSp add mod">
        <pc:chgData name="Cristian Zidu" userId="ddee660dd4c673c8" providerId="LiveId" clId="{A67FB1E3-16B7-4F7C-98E5-D10E746CA828}" dt="2026-01-20T01:20:05.478" v="561" actId="27636"/>
        <pc:sldMkLst>
          <pc:docMk/>
          <pc:sldMk cId="322153052" sldId="282"/>
        </pc:sldMkLst>
        <pc:spChg chg="mod">
          <ac:chgData name="Cristian Zidu" userId="ddee660dd4c673c8" providerId="LiveId" clId="{A67FB1E3-16B7-4F7C-98E5-D10E746CA828}" dt="2026-01-20T01:20:05.478" v="561" actId="27636"/>
          <ac:spMkLst>
            <pc:docMk/>
            <pc:sldMk cId="322153052" sldId="282"/>
            <ac:spMk id="3" creationId="{A68F6722-413B-FBBE-00AD-F477AD3BAB73}"/>
          </ac:spMkLst>
        </pc:spChg>
      </pc:sldChg>
      <pc:sldChg chg="modSp add mod">
        <pc:chgData name="Cristian Zidu" userId="ddee660dd4c673c8" providerId="LiveId" clId="{A67FB1E3-16B7-4F7C-98E5-D10E746CA828}" dt="2026-01-20T01:20:28.492" v="566" actId="27636"/>
        <pc:sldMkLst>
          <pc:docMk/>
          <pc:sldMk cId="1656769069" sldId="283"/>
        </pc:sldMkLst>
        <pc:spChg chg="mod">
          <ac:chgData name="Cristian Zidu" userId="ddee660dd4c673c8" providerId="LiveId" clId="{A67FB1E3-16B7-4F7C-98E5-D10E746CA828}" dt="2026-01-20T01:20:28.492" v="566" actId="27636"/>
          <ac:spMkLst>
            <pc:docMk/>
            <pc:sldMk cId="1656769069" sldId="283"/>
            <ac:spMk id="3" creationId="{F91AFC5F-0E4B-34C7-BAFE-311325923671}"/>
          </ac:spMkLst>
        </pc:spChg>
      </pc:sldChg>
      <pc:sldChg chg="modSp add mod">
        <pc:chgData name="Cristian Zidu" userId="ddee660dd4c673c8" providerId="LiveId" clId="{A67FB1E3-16B7-4F7C-98E5-D10E746CA828}" dt="2026-01-20T01:20:55.206" v="573" actId="27636"/>
        <pc:sldMkLst>
          <pc:docMk/>
          <pc:sldMk cId="589380599" sldId="284"/>
        </pc:sldMkLst>
        <pc:spChg chg="mod">
          <ac:chgData name="Cristian Zidu" userId="ddee660dd4c673c8" providerId="LiveId" clId="{A67FB1E3-16B7-4F7C-98E5-D10E746CA828}" dt="2026-01-20T01:20:55.206" v="573" actId="27636"/>
          <ac:spMkLst>
            <pc:docMk/>
            <pc:sldMk cId="589380599" sldId="284"/>
            <ac:spMk id="3" creationId="{4DD40DAE-16F2-49C9-5DE1-2A7102BFC7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226DB-DFC1-ACBA-659E-1A0B70084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22F15-932C-EB9F-446D-A73AD191D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A93F1-C69E-D3BA-99C1-F628D8CB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A8F-692B-41DE-8D1C-AAC8EE99E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3F666-3CFE-1D2B-88E6-0A6E612B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ADD2E-FE56-9763-2077-7FA311695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F0D1B-BAB7-4B0A-A1A7-CEB489D52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008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65E0D-6D59-6DF5-742B-4CCA8A9F9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6A387-F627-964F-B1D0-5206D80B6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2AF97-C3B7-0DF3-B575-8AA0E003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A8F-692B-41DE-8D1C-AAC8EE99E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36B4-EC89-BA53-A2C5-678222DAD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64EF8-3B7A-3829-2577-CD68FE0F7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F0D1B-BAB7-4B0A-A1A7-CEB489D52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73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B255-A900-9210-95D1-F0877BFB2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6AC26-D83D-EC66-8F46-AE29B3274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A6603-EF95-516E-59E3-A018E48B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A8F-692B-41DE-8D1C-AAC8EE99E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E83FE-8F12-DEC8-FAB6-96684FA3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74854-0138-FA31-4584-745682A1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F0D1B-BAB7-4B0A-A1A7-CEB489D52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02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2C6C8-6A68-AEC6-8950-F61915AF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E0DB8-E54F-3CC7-AAC3-150F89CFF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A5212-252B-3304-F316-D278E09CF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C2D8F-D866-F1F1-2D4D-6367C170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A8F-692B-41DE-8D1C-AAC8EE99E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F6D75-9B61-BA61-AE9E-77474C04A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DF1FA-58B0-8DFD-0CC8-283918F02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F0D1B-BAB7-4B0A-A1A7-CEB489D52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56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BBE4-05A6-E3A2-13C6-703A987BE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ADAE5-5A44-9D89-E5B0-7FBDD1CB6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309FB-88E4-5AF8-D6DA-69E46FC9F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011C3-864F-7B02-B835-6039BE368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20CDB7-C374-E9B5-2A2B-5ECC61914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D588CF-4C14-5262-3B3C-EF135E799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A8F-692B-41DE-8D1C-AAC8EE99E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C09583-327A-E81C-FC5B-B5D97892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783DC-CAFB-768A-0D78-E9F098CF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F0D1B-BAB7-4B0A-A1A7-CEB489D52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7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F8094-B414-454A-3441-7B48C297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24C8E3-D466-8F44-6F42-A4EA61AF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A8F-692B-41DE-8D1C-AAC8EE99E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1AE6F-CC55-A3EE-7B4A-E9FEE77D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DECD2-7812-3652-0000-7C5EE956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F0D1B-BAB7-4B0A-A1A7-CEB489D52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2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0A9C40-75D2-9AC2-3E47-EA5594172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A8F-692B-41DE-8D1C-AAC8EE99E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DE3C13-3C3D-6B0C-6893-E16F92745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64F63-9DAD-2C50-2A33-E900EA43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F0D1B-BAB7-4B0A-A1A7-CEB489D52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3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B60D0-66D9-5400-A5C0-C101F7338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7F498-36DA-9AE5-A431-1F3A130F1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7742F-D7DE-1CD0-EFC7-C4F5CBE4C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2CD56-730B-4D13-FF19-BFABF3B5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A8F-692B-41DE-8D1C-AAC8EE99E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8E665-1DB9-334A-B346-2F795131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0177D-6304-5700-4578-1185CE0A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F0D1B-BAB7-4B0A-A1A7-CEB489D52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50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E8707-42FD-B9AC-16E7-E66603967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19AA61-9184-6B14-A3A4-43E86C8D15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280E9-96E5-BA9B-6A21-1CC64BCBB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D92A0-C5F6-CA4C-9A4D-3AF85530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A8F-692B-41DE-8D1C-AAC8EE99E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409CF-57C8-3D2F-EA6B-C9F17FC2D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14B51-1710-E968-BF14-8A2FD36A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F0D1B-BAB7-4B0A-A1A7-CEB489D52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0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DD67F-2D2B-758F-D454-8EFBF87B9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687ACF-42FB-6555-6530-B4C94249A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E9A46-735C-EB3D-7D1F-2CEC66A53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A8F-692B-41DE-8D1C-AAC8EE99E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C15E-5CCC-023C-3B99-948FAC897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D8C86-69AD-32E5-B666-E41B142CE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F0D1B-BAB7-4B0A-A1A7-CEB489D52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05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D90795-765C-A48D-D6EB-BACB3ADD5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0C9E3-C9FA-1B10-006D-98D02F39E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A2F6B-20CA-38E5-6552-55E73154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A8F-692B-41DE-8D1C-AAC8EE99E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08B8D-E92E-FA3A-6F56-F4770E704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6EFEE-CFDF-AC2A-47E0-916A3CF8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F0D1B-BAB7-4B0A-A1A7-CEB489D52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25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32446-8390-7574-2282-26AA623B0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A77EC-A8B6-5A33-4E14-DFE10FB3A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CB211-473F-25E3-05BC-32E245334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30A8F-692B-41DE-8D1C-AAC8EE99E142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DC980-BB1A-CFA5-4FAF-6463CEACC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7B0C1-F202-6FD5-829A-2E50BA114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F0D1B-BAB7-4B0A-A1A7-CEB489D52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5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7724548" TargetMode="External"/><Relationship Id="rId2" Type="http://schemas.openxmlformats.org/officeDocument/2006/relationships/hyperlink" Target="https://www.inderscienceonline.com/doi/abs/10.1504/IJBET.2016.07948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iny.cc/L4_IA" TargetMode="External"/><Relationship Id="rId4" Type="http://schemas.openxmlformats.org/officeDocument/2006/relationships/hyperlink" Target="https://www.inderscienceonline.com/doi/pdf/10.1504/IJBET.2016.079488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danizo/eeg-dataset-for-adhd" TargetMode="External"/><Relationship Id="rId2" Type="http://schemas.openxmlformats.org/officeDocument/2006/relationships/hyperlink" Target="https://www.researchgate.net/profile/Rubita-Sudirman/publication/278158968_Butterworth_Bandpass_and_Stationary_Wavelet_Transform_Filter_Comparison_for_Electroencephalography_Signal/links/557cfad308aeb61eae2365aa/Butterworth-Bandpass-and-Stationary-Wavelet-Transform-Filter-Comparison-for-Electroencephalography-Signal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iencedirect.com/science/article/pii/S2666990022000313" TargetMode="External"/><Relationship Id="rId4" Type="http://schemas.openxmlformats.org/officeDocument/2006/relationships/hyperlink" Target="https://ieeexplore.ieee.org/stamp/stamp.jsp?arnumber=10091501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rofile/Rubita-Sudirman/publication/278158968_Butterworth_Bandpass_and_Stationary_Wavelet_Transform_Filter_Comparison_for_Electroencephalography_Signal/links/557cfad308aeb61eae2365aa/Butterworth-Bandpass-and-Stationary-Wavelet-Transform-Filter-Comparison-for-Electroencephalography-Signal.pdf" TargetMode="External"/><Relationship Id="rId2" Type="http://schemas.openxmlformats.org/officeDocument/2006/relationships/hyperlink" Target="https://link.springer.com/content/pdf/10.1007/s11571-023-10028-2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esearchgate.net/figure/Multilayer-Perceptron-Advantages-and-Disadvantages_tbl4_338950098" TargetMode="External"/><Relationship Id="rId4" Type="http://schemas.openxmlformats.org/officeDocument/2006/relationships/hyperlink" Target="https://www.engati.ai/glossary/convolutional-neural-network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3.10009" TargetMode="External"/><Relationship Id="rId7" Type="http://schemas.openxmlformats.org/officeDocument/2006/relationships/hyperlink" Target="https://publications.aston.ac.uk/id/eprint/42268/1/Bird_et_al_2021_J._Neural_Eng._10.1088_1741_2552_abda0c.pdf" TargetMode="External"/><Relationship Id="rId2" Type="http://schemas.openxmlformats.org/officeDocument/2006/relationships/hyperlink" Target="https://iopscience.iop.org/article/10.1088/1741-2552/ac4f07/met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abstract/document/11222381" TargetMode="External"/><Relationship Id="rId5" Type="http://schemas.openxmlformats.org/officeDocument/2006/relationships/hyperlink" Target="https://link.springer.com/content/pdf/10.1007/s11571-023-10028-2.pdf" TargetMode="External"/><Relationship Id="rId4" Type="http://schemas.openxmlformats.org/officeDocument/2006/relationships/hyperlink" Target="https://iopscience.iop.org/article/10.1088/1741-2552/ab3a0a/me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FA3B-A5E5-9D69-EE36-4E9B59F60F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/>
              <a:t>Proiect 3 IA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AC95BC-E6F1-E496-1B86-DD62C9E482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Cristian Zidu</a:t>
            </a:r>
            <a:br>
              <a:rPr lang="ro-RO" dirty="0"/>
            </a:br>
            <a:r>
              <a:rPr lang="ro-RO" dirty="0"/>
              <a:t>Fabian Costi-Giani Tuturluță</a:t>
            </a:r>
            <a:br>
              <a:rPr lang="ro-RO" dirty="0"/>
            </a:br>
            <a:r>
              <a:rPr lang="ro-RO" dirty="0"/>
              <a:t>Grupa 443D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898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A944-B474-F782-224F-CB7F917E9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Problema proiectului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69F43-FBA1-A68E-785E-962C26FC5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Tema proiectului urmărește </a:t>
            </a:r>
            <a:r>
              <a:rPr lang="ro-RO" b="1" dirty="0"/>
              <a:t>realizarea unei analize EEG bazate pe învățare automată (machine learning)</a:t>
            </a:r>
            <a:r>
              <a:rPr lang="ro-RO" dirty="0"/>
              <a:t>, având ca scop </a:t>
            </a:r>
            <a:r>
              <a:rPr lang="ro-RO" b="1" dirty="0"/>
              <a:t>clasificarea copiilor cu ADHD și a celor sănătoși (grupul de control)</a:t>
            </a:r>
            <a:r>
              <a:rPr lang="ro-RO" dirty="0"/>
              <a:t>, pornind de la datele EEG colectate în condiții experimentale controlate.</a:t>
            </a:r>
            <a:endParaRPr lang="en-US" dirty="0"/>
          </a:p>
          <a:p>
            <a:r>
              <a:rPr lang="ro-RO" dirty="0"/>
              <a:t>Datele utilizate provin din </a:t>
            </a:r>
            <a:r>
              <a:rPr lang="ro-RO" b="1" dirty="0"/>
              <a:t>baza de date EEG open-access a Universității Shahed</a:t>
            </a:r>
            <a:r>
              <a:rPr lang="ro-RO" dirty="0"/>
              <a:t>, disponibilă public prin IEEE.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35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7B150-DDB8-07F5-C9C9-54A764A8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Problema proiectului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C4BF0-87FF-C584-A4F6-545435D4D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lucrării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prelucreze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analizeze</a:t>
            </a:r>
            <a:r>
              <a:rPr lang="en-US" dirty="0"/>
              <a:t> </a:t>
            </a:r>
            <a:r>
              <a:rPr lang="en-US" dirty="0" err="1"/>
              <a:t>semnalele</a:t>
            </a:r>
            <a:r>
              <a:rPr lang="en-US" dirty="0"/>
              <a:t> EEG </a:t>
            </a:r>
            <a:r>
              <a:rPr lang="en-US" dirty="0" err="1"/>
              <a:t>aferente</a:t>
            </a:r>
            <a:r>
              <a:rPr lang="en-US" dirty="0"/>
              <a:t> </a:t>
            </a:r>
            <a:r>
              <a:rPr lang="en-US" dirty="0" err="1"/>
              <a:t>fiecărui</a:t>
            </a:r>
            <a:r>
              <a:rPr lang="en-US" dirty="0"/>
              <a:t> participant;</a:t>
            </a:r>
          </a:p>
          <a:p>
            <a:pPr lvl="0"/>
            <a:r>
              <a:rPr lang="it-IT" dirty="0" err="1"/>
              <a:t>să</a:t>
            </a:r>
            <a:r>
              <a:rPr lang="it-IT" dirty="0"/>
              <a:t> </a:t>
            </a:r>
            <a:r>
              <a:rPr lang="it-IT" dirty="0" err="1"/>
              <a:t>extragă</a:t>
            </a:r>
            <a:r>
              <a:rPr lang="it-IT" dirty="0"/>
              <a:t> </a:t>
            </a:r>
            <a:r>
              <a:rPr lang="it-IT" dirty="0" err="1"/>
              <a:t>caracteristici</a:t>
            </a:r>
            <a:r>
              <a:rPr lang="it-IT" dirty="0"/>
              <a:t> </a:t>
            </a:r>
            <a:r>
              <a:rPr lang="it-IT" dirty="0" err="1"/>
              <a:t>relevante</a:t>
            </a:r>
            <a:r>
              <a:rPr lang="it-IT" dirty="0"/>
              <a:t> (</a:t>
            </a:r>
            <a:r>
              <a:rPr lang="it-IT" dirty="0" err="1"/>
              <a:t>puterea</a:t>
            </a:r>
            <a:r>
              <a:rPr lang="it-IT" dirty="0"/>
              <a:t> </a:t>
            </a:r>
            <a:r>
              <a:rPr lang="it-IT" dirty="0" err="1"/>
              <a:t>semnalului</a:t>
            </a:r>
            <a:r>
              <a:rPr lang="it-IT" dirty="0"/>
              <a:t> pe </a:t>
            </a:r>
            <a:r>
              <a:rPr lang="it-IT" dirty="0" err="1"/>
              <a:t>benzi</a:t>
            </a:r>
            <a:r>
              <a:rPr lang="it-IT" dirty="0"/>
              <a:t> de </a:t>
            </a:r>
            <a:r>
              <a:rPr lang="it-IT" dirty="0" err="1"/>
              <a:t>frecvență</a:t>
            </a:r>
            <a:r>
              <a:rPr lang="it-IT" dirty="0"/>
              <a:t>, </a:t>
            </a:r>
            <a:r>
              <a:rPr lang="it-IT" dirty="0" err="1"/>
              <a:t>variații</a:t>
            </a:r>
            <a:r>
              <a:rPr lang="it-IT" dirty="0"/>
              <a:t> </a:t>
            </a:r>
            <a:r>
              <a:rPr lang="it-IT" dirty="0" err="1"/>
              <a:t>spațiale</a:t>
            </a:r>
            <a:r>
              <a:rPr lang="it-IT" dirty="0"/>
              <a:t> </a:t>
            </a:r>
            <a:r>
              <a:rPr lang="it-IT" dirty="0" err="1"/>
              <a:t>între</a:t>
            </a:r>
            <a:r>
              <a:rPr lang="it-IT" dirty="0"/>
              <a:t> canale etc.);</a:t>
            </a:r>
            <a:endParaRPr lang="en-US" dirty="0"/>
          </a:p>
          <a:p>
            <a:pPr lvl="0"/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antreneze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evalueze</a:t>
            </a:r>
            <a:r>
              <a:rPr lang="en-US" dirty="0"/>
              <a:t> un model de </a:t>
            </a:r>
            <a:r>
              <a:rPr lang="en-US" dirty="0" err="1"/>
              <a:t>clasificare</a:t>
            </a:r>
            <a:r>
              <a:rPr lang="en-US" dirty="0"/>
              <a:t> </a:t>
            </a:r>
            <a:r>
              <a:rPr lang="en-US" dirty="0" err="1"/>
              <a:t>capabil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distingă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clasele</a:t>
            </a:r>
            <a:r>
              <a:rPr lang="en-US" dirty="0"/>
              <a:t> </a:t>
            </a:r>
            <a:r>
              <a:rPr lang="en-US" b="1" dirty="0"/>
              <a:t>ADHD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b="1" dirty="0"/>
              <a:t>Control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66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EDB2-4130-754E-5ADD-BAD4D3344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Propunere de implementare</a:t>
            </a:r>
            <a:endParaRPr lang="en-US" dirty="0"/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B077F9B6-9C71-21CA-86CA-C737C4224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8913" y="1825625"/>
            <a:ext cx="854174" cy="4351338"/>
          </a:xfrm>
          <a:prstGeom prst="rect">
            <a:avLst/>
          </a:prstGeom>
        </p:spPr>
      </p:pic>
      <p:pic>
        <p:nvPicPr>
          <p:cNvPr id="5" name="Picture 4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0F57B514-275B-FF5C-34C0-B8A2C1E6D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224" y="3569217"/>
            <a:ext cx="121920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488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4BC5-0794-619A-08BE-6BD1136D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1. Input EEG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26F41-9E20-DFD4-A5E0-64F8EF530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Setul de date constă în semnale EEG brute, organizate ca un tensor cu dimensiunea </a:t>
            </a:r>
            <a:r>
              <a:rPr lang="ro-RO" i="1" dirty="0"/>
              <a:t>[număr_canale × lungime_timp]</a:t>
            </a:r>
            <a:r>
              <a:rPr lang="ro-RO" dirty="0"/>
              <a:t>. </a:t>
            </a:r>
            <a:r>
              <a:rPr lang="it-IT" dirty="0" err="1"/>
              <a:t>Fiecare</a:t>
            </a:r>
            <a:r>
              <a:rPr lang="it-IT" dirty="0"/>
              <a:t> canal </a:t>
            </a:r>
            <a:r>
              <a:rPr lang="it-IT" dirty="0" err="1"/>
              <a:t>reprezintă</a:t>
            </a:r>
            <a:r>
              <a:rPr lang="it-IT" dirty="0"/>
              <a:t> </a:t>
            </a:r>
            <a:r>
              <a:rPr lang="it-IT" dirty="0" err="1"/>
              <a:t>activitatea</a:t>
            </a:r>
            <a:r>
              <a:rPr lang="it-IT" dirty="0"/>
              <a:t> </a:t>
            </a:r>
            <a:r>
              <a:rPr lang="it-IT" dirty="0" err="1"/>
              <a:t>electrică</a:t>
            </a:r>
            <a:r>
              <a:rPr lang="it-IT" dirty="0"/>
              <a:t> </a:t>
            </a:r>
            <a:r>
              <a:rPr lang="it-IT" dirty="0" err="1"/>
              <a:t>înregistrată</a:t>
            </a:r>
            <a:r>
              <a:rPr lang="it-IT" dirty="0"/>
              <a:t> </a:t>
            </a:r>
            <a:r>
              <a:rPr lang="it-IT" dirty="0" err="1"/>
              <a:t>într</a:t>
            </a:r>
            <a:r>
              <a:rPr lang="it-IT" dirty="0"/>
              <a:t>-o </a:t>
            </a:r>
            <a:r>
              <a:rPr lang="it-IT" dirty="0" err="1"/>
              <a:t>anumită</a:t>
            </a:r>
            <a:r>
              <a:rPr lang="it-IT" dirty="0"/>
              <a:t> </a:t>
            </a:r>
            <a:r>
              <a:rPr lang="it-IT" dirty="0" err="1"/>
              <a:t>zonă</a:t>
            </a:r>
            <a:r>
              <a:rPr lang="it-IT" dirty="0"/>
              <a:t> a </a:t>
            </a:r>
            <a:r>
              <a:rPr lang="it-IT" dirty="0" err="1"/>
              <a:t>scalpului</a:t>
            </a:r>
            <a:r>
              <a:rPr lang="it-IT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151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7C4B-0DB4-F261-30E0-1380B360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</a:t>
            </a:r>
            <a:r>
              <a:rPr lang="en-US" b="1" dirty="0" err="1"/>
              <a:t>Preprocesare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4BE84-0C97-3060-D4A8-B681322F1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Semnalul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filtrat</a:t>
            </a:r>
            <a:r>
              <a:rPr lang="en-US" dirty="0"/>
              <a:t> (de ex. band-pass 1–40 Hz), sunt eliminate </a:t>
            </a:r>
            <a:r>
              <a:rPr lang="en-US" dirty="0" err="1"/>
              <a:t>artefactele</a:t>
            </a:r>
            <a:r>
              <a:rPr lang="en-US" dirty="0"/>
              <a:t> </a:t>
            </a:r>
            <a:r>
              <a:rPr lang="en-US" dirty="0" err="1"/>
              <a:t>evidente</a:t>
            </a:r>
            <a:r>
              <a:rPr lang="en-US" dirty="0"/>
              <a:t> (</a:t>
            </a:r>
            <a:r>
              <a:rPr lang="en-US" dirty="0" err="1"/>
              <a:t>clipiri</a:t>
            </a:r>
            <a:r>
              <a:rPr lang="en-US" dirty="0"/>
              <a:t>, </a:t>
            </a:r>
            <a:r>
              <a:rPr lang="en-US" dirty="0" err="1"/>
              <a:t>mișcări</a:t>
            </a:r>
            <a:r>
              <a:rPr lang="en-US" dirty="0"/>
              <a:t>),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valorile</a:t>
            </a:r>
            <a:r>
              <a:rPr lang="en-US" dirty="0"/>
              <a:t> sunt </a:t>
            </a:r>
            <a:r>
              <a:rPr lang="en-US" dirty="0" err="1"/>
              <a:t>normalizate</a:t>
            </a:r>
            <a:r>
              <a:rPr lang="en-US" dirty="0"/>
              <a:t>. </a:t>
            </a:r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reducerea</a:t>
            </a:r>
            <a:r>
              <a:rPr lang="en-US" dirty="0"/>
              <a:t> </a:t>
            </a:r>
            <a:r>
              <a:rPr lang="en-US" dirty="0" err="1"/>
              <a:t>zgomotului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aducerea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formă</a:t>
            </a:r>
            <a:r>
              <a:rPr lang="en-US" dirty="0"/>
              <a:t> </a:t>
            </a:r>
            <a:r>
              <a:rPr lang="en-US" dirty="0" err="1"/>
              <a:t>stabilă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rețea</a:t>
            </a:r>
            <a:r>
              <a:rPr lang="en-US" dirty="0"/>
              <a:t>.</a:t>
            </a:r>
            <a:endParaRPr lang="ro-RO" dirty="0"/>
          </a:p>
          <a:p>
            <a:r>
              <a:rPr lang="ro-RO" dirty="0"/>
              <a:t>Seriile temporale EEG sunt filtrate pe benzi de frecvență specifice EEG utilizând un filtru FIR cu distorsiune de fază zero.</a:t>
            </a:r>
          </a:p>
          <a:p>
            <a:r>
              <a:rPr lang="ro-RO" dirty="0"/>
              <a:t>Benzile de frecvență sunt: </a:t>
            </a:r>
            <a:r>
              <a:rPr lang="en-US" dirty="0"/>
              <a:t>delta (0.5–4 Hz), theta (4–8 Hz), alpha (8–13 Hz), beta (13–30 Hz), </a:t>
            </a:r>
            <a:r>
              <a:rPr lang="ro-RO" dirty="0"/>
              <a:t>și </a:t>
            </a:r>
            <a:r>
              <a:rPr lang="en-US" dirty="0"/>
              <a:t>gamma (30–63 Hz)</a:t>
            </a:r>
          </a:p>
        </p:txBody>
      </p:sp>
    </p:spTree>
    <p:extLst>
      <p:ext uri="{BB962C8B-B14F-4D97-AF65-F5344CB8AC3E}">
        <p14:creationId xmlns:p14="http://schemas.microsoft.com/office/powerpoint/2010/main" val="428014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003A-52DA-03D7-BFA3-31E9C18B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</a:t>
            </a:r>
            <a:r>
              <a:rPr lang="en-US" b="1" dirty="0" err="1"/>
              <a:t>Transformare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CNN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CCC4B-B896-A847-C43C-778833441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A</a:t>
            </a:r>
            <a:r>
              <a:rPr lang="en-US" dirty="0" err="1"/>
              <a:t>rhitectură</a:t>
            </a:r>
            <a:r>
              <a:rPr lang="en-US" dirty="0"/>
              <a:t>:</a:t>
            </a:r>
          </a:p>
          <a:p>
            <a:pPr lvl="0"/>
            <a:r>
              <a:rPr lang="en-US" b="1" dirty="0"/>
              <a:t>2D-CNN:</a:t>
            </a:r>
            <a:r>
              <a:rPr lang="en-US" dirty="0"/>
              <a:t> </a:t>
            </a:r>
            <a:r>
              <a:rPr lang="en-US" dirty="0" err="1"/>
              <a:t>semnalul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transformat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spectrogramă</a:t>
            </a:r>
            <a:r>
              <a:rPr lang="en-US" dirty="0"/>
              <a:t> (STFT)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hartă</a:t>
            </a:r>
            <a:r>
              <a:rPr lang="en-US" dirty="0"/>
              <a:t> </a:t>
            </a:r>
            <a:r>
              <a:rPr lang="en-US" dirty="0" err="1"/>
              <a:t>spațială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crea</a:t>
            </a:r>
            <a:r>
              <a:rPr lang="en-US" dirty="0"/>
              <a:t> o </a:t>
            </a:r>
            <a:r>
              <a:rPr lang="en-US" dirty="0" err="1"/>
              <a:t>structură</a:t>
            </a:r>
            <a:r>
              <a:rPr lang="en-US" dirty="0"/>
              <a:t> </a:t>
            </a:r>
            <a:r>
              <a:rPr lang="en-US" dirty="0" err="1"/>
              <a:t>bidimensională</a:t>
            </a:r>
            <a:r>
              <a:rPr lang="en-US" dirty="0"/>
              <a:t>.</a:t>
            </a:r>
          </a:p>
          <a:p>
            <a:r>
              <a:rPr lang="it-IT" dirty="0" err="1"/>
              <a:t>Transformarea</a:t>
            </a:r>
            <a:r>
              <a:rPr lang="it-IT" dirty="0"/>
              <a:t> </a:t>
            </a:r>
            <a:r>
              <a:rPr lang="it-IT" dirty="0" err="1"/>
              <a:t>creează</a:t>
            </a:r>
            <a:r>
              <a:rPr lang="it-IT" dirty="0"/>
              <a:t> o intrare </a:t>
            </a:r>
            <a:r>
              <a:rPr lang="it-IT" dirty="0" err="1"/>
              <a:t>potrivită</a:t>
            </a:r>
            <a:r>
              <a:rPr lang="it-IT" dirty="0"/>
              <a:t> </a:t>
            </a:r>
            <a:r>
              <a:rPr lang="it-IT" dirty="0" err="1"/>
              <a:t>pentru</a:t>
            </a:r>
            <a:r>
              <a:rPr lang="it-IT" dirty="0"/>
              <a:t> </a:t>
            </a:r>
            <a:r>
              <a:rPr lang="it-IT" dirty="0" err="1"/>
              <a:t>operațiile</a:t>
            </a:r>
            <a:r>
              <a:rPr lang="it-IT" dirty="0"/>
              <a:t> de </a:t>
            </a:r>
            <a:r>
              <a:rPr lang="it-IT" dirty="0" err="1"/>
              <a:t>convoluție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52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8EFA3-1842-1829-F012-62959DD83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</a:t>
            </a:r>
            <a:r>
              <a:rPr lang="en-US" b="1" dirty="0" err="1"/>
              <a:t>Convolu</a:t>
            </a:r>
            <a:r>
              <a:rPr lang="ro-RO" b="1" dirty="0"/>
              <a:t>ție</a:t>
            </a:r>
            <a:r>
              <a:rPr lang="en-US" b="1" dirty="0"/>
              <a:t> + Activa</a:t>
            </a:r>
            <a:r>
              <a:rPr lang="ro-RO" b="1" dirty="0"/>
              <a:t>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A9256-DBB0-BD12-5708-47222517B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Straturile</a:t>
            </a:r>
            <a:r>
              <a:rPr lang="en-US" dirty="0"/>
              <a:t> </a:t>
            </a:r>
            <a:r>
              <a:rPr lang="en-US" dirty="0" err="1"/>
              <a:t>convoluționale</a:t>
            </a:r>
            <a:r>
              <a:rPr lang="en-US" dirty="0"/>
              <a:t> </a:t>
            </a:r>
            <a:r>
              <a:rPr lang="en-US" dirty="0" err="1"/>
              <a:t>aplică</a:t>
            </a:r>
            <a:r>
              <a:rPr lang="en-US" dirty="0"/>
              <a:t> </a:t>
            </a:r>
            <a:r>
              <a:rPr lang="en-US" dirty="0" err="1"/>
              <a:t>filtre</a:t>
            </a:r>
            <a:r>
              <a:rPr lang="en-US" dirty="0"/>
              <a:t> </a:t>
            </a:r>
            <a:r>
              <a:rPr lang="en-US" dirty="0" err="1"/>
              <a:t>învățabile</a:t>
            </a:r>
            <a:r>
              <a:rPr lang="en-US" dirty="0"/>
              <a:t> care </a:t>
            </a:r>
            <a:r>
              <a:rPr lang="en-US" dirty="0" err="1"/>
              <a:t>detectează</a:t>
            </a:r>
            <a:r>
              <a:rPr lang="en-US" dirty="0"/>
              <a:t> </a:t>
            </a:r>
            <a:r>
              <a:rPr lang="en-US" dirty="0" err="1"/>
              <a:t>tipare</a:t>
            </a:r>
            <a:r>
              <a:rPr lang="en-US" dirty="0"/>
              <a:t> locale (de ex. </a:t>
            </a:r>
            <a:r>
              <a:rPr lang="en-US" dirty="0" err="1"/>
              <a:t>ritmuri</a:t>
            </a:r>
            <a:r>
              <a:rPr lang="en-US" dirty="0"/>
              <a:t>, </a:t>
            </a:r>
            <a:r>
              <a:rPr lang="en-US" dirty="0" err="1"/>
              <a:t>tranziții</a:t>
            </a:r>
            <a:r>
              <a:rPr lang="en-US" dirty="0"/>
              <a:t> </a:t>
            </a:r>
            <a:r>
              <a:rPr lang="en-US" dirty="0" err="1"/>
              <a:t>rapide</a:t>
            </a:r>
            <a:r>
              <a:rPr lang="en-US" dirty="0"/>
              <a:t>, </a:t>
            </a:r>
            <a:r>
              <a:rPr lang="en-US" dirty="0" err="1"/>
              <a:t>structuri</a:t>
            </a:r>
            <a:r>
              <a:rPr lang="en-US" dirty="0"/>
              <a:t> </a:t>
            </a:r>
            <a:r>
              <a:rPr lang="en-US" dirty="0" err="1"/>
              <a:t>frecvențiale</a:t>
            </a:r>
            <a:r>
              <a:rPr lang="en-US" dirty="0"/>
              <a:t>). </a:t>
            </a:r>
            <a:r>
              <a:rPr lang="it-IT" dirty="0" err="1"/>
              <a:t>Activarea</a:t>
            </a:r>
            <a:r>
              <a:rPr lang="it-IT" dirty="0"/>
              <a:t> </a:t>
            </a:r>
            <a:r>
              <a:rPr lang="it-IT" dirty="0" err="1"/>
              <a:t>ReLU</a:t>
            </a:r>
            <a:r>
              <a:rPr lang="it-IT" dirty="0"/>
              <a:t> introduce non-</a:t>
            </a:r>
            <a:r>
              <a:rPr lang="it-IT" dirty="0" err="1"/>
              <a:t>linearitate</a:t>
            </a:r>
            <a:r>
              <a:rPr lang="it-IT" dirty="0"/>
              <a:t>, </a:t>
            </a:r>
            <a:r>
              <a:rPr lang="it-IT" dirty="0" err="1"/>
              <a:t>permițând</a:t>
            </a:r>
            <a:r>
              <a:rPr lang="it-IT" dirty="0"/>
              <a:t> </a:t>
            </a:r>
            <a:r>
              <a:rPr lang="it-IT" dirty="0" err="1"/>
              <a:t>rețelei</a:t>
            </a:r>
            <a:r>
              <a:rPr lang="it-IT" dirty="0"/>
              <a:t> </a:t>
            </a:r>
            <a:r>
              <a:rPr lang="it-IT" dirty="0" err="1"/>
              <a:t>să</a:t>
            </a:r>
            <a:r>
              <a:rPr lang="it-IT" dirty="0"/>
              <a:t> </a:t>
            </a:r>
            <a:r>
              <a:rPr lang="it-IT" dirty="0" err="1"/>
              <a:t>modeleze</a:t>
            </a:r>
            <a:r>
              <a:rPr lang="it-IT" dirty="0"/>
              <a:t> </a:t>
            </a:r>
            <a:r>
              <a:rPr lang="it-IT" dirty="0" err="1"/>
              <a:t>relații</a:t>
            </a:r>
            <a:r>
              <a:rPr lang="it-IT" dirty="0"/>
              <a:t> </a:t>
            </a:r>
            <a:r>
              <a:rPr lang="it-IT" dirty="0" err="1"/>
              <a:t>complexe</a:t>
            </a:r>
            <a:r>
              <a:rPr lang="it-IT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850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5DBD-7243-DA1A-666F-51D926C35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Pooling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1B69A-3FE6-C104-C965-D17854C6F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Operațiile</a:t>
            </a:r>
            <a:r>
              <a:rPr lang="en-US" dirty="0"/>
              <a:t> de pooling (ex. max-pooling) </a:t>
            </a:r>
            <a:r>
              <a:rPr lang="en-US" dirty="0" err="1"/>
              <a:t>reduc</a:t>
            </a:r>
            <a:r>
              <a:rPr lang="en-US" dirty="0"/>
              <a:t> </a:t>
            </a:r>
            <a:r>
              <a:rPr lang="en-US" dirty="0" err="1"/>
              <a:t>rezoluția</a:t>
            </a:r>
            <a:r>
              <a:rPr lang="en-US" dirty="0"/>
              <a:t> </a:t>
            </a:r>
            <a:r>
              <a:rPr lang="en-US" dirty="0" err="1"/>
              <a:t>spațială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temporală</a:t>
            </a:r>
            <a:r>
              <a:rPr lang="en-US" dirty="0"/>
              <a:t> a </a:t>
            </a:r>
            <a:r>
              <a:rPr lang="en-US" dirty="0" err="1"/>
              <a:t>ieșirii</a:t>
            </a:r>
            <a:r>
              <a:rPr lang="en-US" dirty="0"/>
              <a:t> </a:t>
            </a:r>
            <a:r>
              <a:rPr lang="en-US" dirty="0" err="1"/>
              <a:t>convoluției</a:t>
            </a:r>
            <a:r>
              <a:rPr lang="en-US" dirty="0"/>
              <a:t>. </a:t>
            </a:r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scăderea</a:t>
            </a:r>
            <a:r>
              <a:rPr lang="en-US" dirty="0"/>
              <a:t> </a:t>
            </a:r>
            <a:r>
              <a:rPr lang="en-US" dirty="0" err="1"/>
              <a:t>dimensiunii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, </a:t>
            </a:r>
            <a:r>
              <a:rPr lang="en-US" dirty="0" err="1"/>
              <a:t>reducerea</a:t>
            </a:r>
            <a:r>
              <a:rPr lang="en-US" dirty="0"/>
              <a:t> </a:t>
            </a:r>
            <a:r>
              <a:rPr lang="en-US" dirty="0" err="1"/>
              <a:t>suprapotrivirii</a:t>
            </a:r>
            <a:r>
              <a:rPr lang="en-US" dirty="0"/>
              <a:t>(overfitting)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captarea</a:t>
            </a:r>
            <a:r>
              <a:rPr lang="en-US" dirty="0"/>
              <a:t> </a:t>
            </a:r>
            <a:r>
              <a:rPr lang="en-US" dirty="0" err="1"/>
              <a:t>trăsăturilor</a:t>
            </a:r>
            <a:r>
              <a:rPr lang="en-US" dirty="0"/>
              <a:t> </a:t>
            </a:r>
            <a:r>
              <a:rPr lang="en-US" dirty="0" err="1"/>
              <a:t>dominante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011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3D3B-7B2D-8911-1F1D-31CE712A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Flatten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D2721-C166-E6C2-29CE-5AC05B67B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Ieșirea</a:t>
            </a:r>
            <a:r>
              <a:rPr lang="en-US" dirty="0"/>
              <a:t> </a:t>
            </a:r>
            <a:r>
              <a:rPr lang="en-US" dirty="0" err="1"/>
              <a:t>multidimensională</a:t>
            </a:r>
            <a:r>
              <a:rPr lang="en-US" dirty="0"/>
              <a:t> din </a:t>
            </a:r>
            <a:r>
              <a:rPr lang="en-US" dirty="0" err="1"/>
              <a:t>straturile</a:t>
            </a:r>
            <a:r>
              <a:rPr lang="en-US" dirty="0"/>
              <a:t> de </a:t>
            </a:r>
            <a:r>
              <a:rPr lang="en-US" dirty="0" err="1"/>
              <a:t>convoluție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aplatizată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vector unidimensional, </a:t>
            </a:r>
            <a:r>
              <a:rPr lang="en-US" dirty="0" err="1"/>
              <a:t>necesar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o </a:t>
            </a:r>
            <a:r>
              <a:rPr lang="en-US" dirty="0" err="1"/>
              <a:t>transmite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straturile</a:t>
            </a:r>
            <a:r>
              <a:rPr lang="en-US" dirty="0"/>
              <a:t> dense.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172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2079-BE69-AAAC-7CDD-C88281FB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7. Fully Connected Layers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C1318-2A16-E0BA-451F-130F912E9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Straturile</a:t>
            </a:r>
            <a:r>
              <a:rPr lang="en-US" dirty="0"/>
              <a:t> dense </a:t>
            </a:r>
            <a:r>
              <a:rPr lang="en-US" dirty="0" err="1"/>
              <a:t>combină</a:t>
            </a:r>
            <a:r>
              <a:rPr lang="en-US" dirty="0"/>
              <a:t> </a:t>
            </a:r>
            <a:r>
              <a:rPr lang="en-US" dirty="0" err="1"/>
              <a:t>trăsăturile</a:t>
            </a:r>
            <a:r>
              <a:rPr lang="en-US" dirty="0"/>
              <a:t> </a:t>
            </a:r>
            <a:r>
              <a:rPr lang="en-US" dirty="0" err="1"/>
              <a:t>extrase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învăța</a:t>
            </a:r>
            <a:r>
              <a:rPr lang="en-US" dirty="0"/>
              <a:t> </a:t>
            </a:r>
            <a:r>
              <a:rPr lang="en-US" dirty="0" err="1"/>
              <a:t>reprezentări</a:t>
            </a:r>
            <a:r>
              <a:rPr lang="en-US" dirty="0"/>
              <a:t> </a:t>
            </a:r>
            <a:r>
              <a:rPr lang="en-US" dirty="0" err="1"/>
              <a:t>globale</a:t>
            </a:r>
            <a:r>
              <a:rPr lang="en-US" dirty="0"/>
              <a:t>. </a:t>
            </a:r>
            <a:r>
              <a:rPr lang="it-IT" dirty="0" err="1"/>
              <a:t>Aceste</a:t>
            </a:r>
            <a:r>
              <a:rPr lang="it-IT" dirty="0"/>
              <a:t> </a:t>
            </a:r>
            <a:r>
              <a:rPr lang="it-IT" dirty="0" err="1"/>
              <a:t>straturi</a:t>
            </a:r>
            <a:r>
              <a:rPr lang="it-IT" dirty="0"/>
              <a:t> </a:t>
            </a:r>
            <a:r>
              <a:rPr lang="it-IT" dirty="0" err="1"/>
              <a:t>funcționează</a:t>
            </a:r>
            <a:r>
              <a:rPr lang="it-IT" dirty="0"/>
              <a:t> ca un </a:t>
            </a:r>
            <a:r>
              <a:rPr lang="it-IT" dirty="0" err="1"/>
              <a:t>clasificator</a:t>
            </a:r>
            <a:r>
              <a:rPr lang="it-IT" dirty="0"/>
              <a:t> care </a:t>
            </a:r>
            <a:r>
              <a:rPr lang="it-IT" dirty="0" err="1"/>
              <a:t>interpretează</a:t>
            </a:r>
            <a:r>
              <a:rPr lang="it-IT" dirty="0"/>
              <a:t> </a:t>
            </a:r>
            <a:r>
              <a:rPr lang="it-IT" dirty="0" err="1"/>
              <a:t>tiparele</a:t>
            </a:r>
            <a:r>
              <a:rPr lang="it-IT" dirty="0"/>
              <a:t> </a:t>
            </a:r>
            <a:r>
              <a:rPr lang="it-IT" dirty="0" err="1"/>
              <a:t>descoperite</a:t>
            </a:r>
            <a:r>
              <a:rPr lang="it-IT" dirty="0"/>
              <a:t> de filtrare </a:t>
            </a:r>
            <a:r>
              <a:rPr lang="it-IT" dirty="0" err="1"/>
              <a:t>și</a:t>
            </a:r>
            <a:r>
              <a:rPr lang="it-IT" dirty="0"/>
              <a:t> pooling.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501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4BB5F-9156-44A1-62D9-F52687890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8. Output (</a:t>
            </a:r>
            <a:r>
              <a:rPr lang="en-US" b="1" dirty="0" err="1"/>
              <a:t>Softmax</a:t>
            </a:r>
            <a:r>
              <a:rPr lang="en-US" b="1" dirty="0"/>
              <a:t> / Sigmoid)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851AA-C311-80DA-6452-58469893E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Ultimul</a:t>
            </a:r>
            <a:r>
              <a:rPr lang="en-US" dirty="0"/>
              <a:t> </a:t>
            </a:r>
            <a:r>
              <a:rPr lang="en-US" dirty="0" err="1"/>
              <a:t>strat</a:t>
            </a:r>
            <a:r>
              <a:rPr lang="en-US" dirty="0"/>
              <a:t> </a:t>
            </a:r>
            <a:r>
              <a:rPr lang="en-US" dirty="0" err="1"/>
              <a:t>generează</a:t>
            </a:r>
            <a:r>
              <a:rPr lang="en-US" dirty="0"/>
              <a:t> </a:t>
            </a:r>
            <a:r>
              <a:rPr lang="en-US" dirty="0" err="1"/>
              <a:t>probabilități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.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clasificării</a:t>
            </a:r>
            <a:r>
              <a:rPr lang="en-US" dirty="0"/>
              <a:t> ADHD vs. control, se </a:t>
            </a:r>
            <a:r>
              <a:rPr lang="en-US" dirty="0" err="1"/>
              <a:t>folosește</a:t>
            </a:r>
            <a:r>
              <a:rPr lang="en-US" dirty="0"/>
              <a:t> fie un </a:t>
            </a:r>
            <a:r>
              <a:rPr lang="en-US" dirty="0" err="1"/>
              <a:t>singur</a:t>
            </a:r>
            <a:r>
              <a:rPr lang="en-US" dirty="0"/>
              <a:t> neuron cu sigmoid, fie </a:t>
            </a:r>
            <a:r>
              <a:rPr lang="en-US" dirty="0" err="1"/>
              <a:t>doi</a:t>
            </a:r>
            <a:r>
              <a:rPr lang="en-US" dirty="0"/>
              <a:t> </a:t>
            </a:r>
            <a:r>
              <a:rPr lang="en-US" dirty="0" err="1"/>
              <a:t>neuroni</a:t>
            </a:r>
            <a:r>
              <a:rPr lang="en-US" dirty="0"/>
              <a:t> cu </a:t>
            </a:r>
            <a:r>
              <a:rPr lang="en-US" dirty="0" err="1"/>
              <a:t>softmax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359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4E0DE-2951-2EA7-F909-6CA020348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9</a:t>
            </a:r>
            <a:r>
              <a:rPr lang="en-US" b="1" dirty="0"/>
              <a:t>. </a:t>
            </a:r>
            <a:r>
              <a:rPr lang="ro-RO" b="1" dirty="0"/>
              <a:t>Cross-validation cu KFolds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5D8DC-D71B-649A-6532-6364B5336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Se folosește KFold cross-validation pentru evitarea overfitting-ului.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311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AC5ED-8DCC-51CE-2B3C-EFBA1E3A8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State Of The Art(SOTA)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7E902-0FC3-C2AC-B801-8D6DFC364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RO" b="1" dirty="0"/>
              <a:t>Metode de preprocesare</a:t>
            </a:r>
            <a:endParaRPr lang="en-US" dirty="0"/>
          </a:p>
          <a:p>
            <a:r>
              <a:rPr lang="ro-RO" dirty="0"/>
              <a:t>Pentru a putea analiza semnalul, este necesar să fie eliminat zgomotul generat de rețeaua de alimentare de 50Hz[1].</a:t>
            </a:r>
            <a:br>
              <a:rPr lang="ro-RO" dirty="0"/>
            </a:br>
            <a:endParaRPr lang="en-US" dirty="0"/>
          </a:p>
          <a:p>
            <a:r>
              <a:rPr lang="ro-RO" dirty="0"/>
              <a:t>Pentru a filtra acest zgomot, se poate utiliza un filtru oprește bandă de tip IIR([2],[3]).</a:t>
            </a:r>
            <a:endParaRPr lang="en-US" dirty="0"/>
          </a:p>
          <a:p>
            <a:r>
              <a:rPr lang="ro-RO" dirty="0"/>
              <a:t>În învățarea automată, o practică des întâlnită este normalizarea datelor de intrare.Normalizarea constă în scalarea caracteristicilor de intrare la valori subunitare[4].</a:t>
            </a:r>
            <a:br>
              <a:rPr lang="ro-RO" dirty="0"/>
            </a:br>
            <a:endParaRPr lang="en-US" dirty="0"/>
          </a:p>
          <a:p>
            <a:r>
              <a:rPr lang="ro-RO" dirty="0"/>
              <a:t>Pentru eliminarea componentei de curent continuu(cea de la 0Hz), după aplicarea filtrului trece sus, se va scădea media semnalului din semnalul original[5].</a:t>
            </a:r>
            <a:br>
              <a:rPr lang="ro-RO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065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B3338-7339-DC6D-C854-DC0BC0A6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State Of The Art(SOTA)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EBBB6-DBCA-B5BB-075C-6560005BD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RO" b="1" dirty="0"/>
              <a:t>Baze de date</a:t>
            </a:r>
            <a:endParaRPr lang="en-US" dirty="0"/>
          </a:p>
          <a:p>
            <a:r>
              <a:rPr lang="ro-RO" b="1" dirty="0"/>
              <a:t> </a:t>
            </a:r>
            <a:endParaRPr lang="en-US" dirty="0"/>
          </a:p>
          <a:p>
            <a:r>
              <a:rPr lang="ro-RO" dirty="0"/>
              <a:t>Setul de date utilizat în lucrarea de față este următorul:</a:t>
            </a:r>
            <a:endParaRPr lang="en-US" dirty="0"/>
          </a:p>
          <a:p>
            <a:pPr marL="0" indent="0">
              <a:buNone/>
            </a:pPr>
            <a:r>
              <a:rPr lang="ro-RO" dirty="0"/>
              <a:t> [6]</a:t>
            </a:r>
            <a:br>
              <a:rPr lang="ro-RO" dirty="0"/>
            </a:br>
            <a:r>
              <a:rPr lang="ro-RO" dirty="0"/>
              <a:t>Acesta este public pus la dispoziție pe IEEE DataPort și are DOI-ul: 10.21227/rzfh-zn36</a:t>
            </a:r>
            <a:endParaRPr lang="en-US" dirty="0"/>
          </a:p>
          <a:p>
            <a:pPr marL="0" indent="0">
              <a:buNone/>
            </a:pPr>
            <a:br>
              <a:rPr lang="ro-RO" dirty="0"/>
            </a:br>
            <a:endParaRPr lang="en-US" dirty="0"/>
          </a:p>
          <a:p>
            <a:r>
              <a:rPr lang="ro-RO" dirty="0"/>
              <a:t>Setul de date este utilizat în mai multe articole științifice: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[7], [8], [9], [10]</a:t>
            </a:r>
          </a:p>
          <a:p>
            <a:pPr marL="0" indent="0">
              <a:buNone/>
            </a:pPr>
            <a:br>
              <a:rPr lang="ro-RO" dirty="0"/>
            </a:br>
            <a:r>
              <a:rPr lang="ro-RO" dirty="0"/>
              <a:t>Astfel, se poate deduce în mod rezonabil că este un set de date de bună calitate.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131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3492B-C879-68E1-D8C1-928EC00F5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State Of The Art(SOTA)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C26B0-7AF7-A84F-E300-6CE4B59B2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o-RO" b="1" dirty="0"/>
              <a:t>Rețeaua neurală</a:t>
            </a:r>
            <a:endParaRPr lang="en-US" dirty="0"/>
          </a:p>
          <a:p>
            <a:r>
              <a:rPr lang="ro-RO" b="1" dirty="0"/>
              <a:t> </a:t>
            </a:r>
            <a:endParaRPr lang="en-US" dirty="0"/>
          </a:p>
          <a:p>
            <a:r>
              <a:rPr lang="ro-RO" b="1" i="1" dirty="0"/>
              <a:t>Rețea neurală convoluțională(Convolutional neural network - CNN)</a:t>
            </a:r>
            <a:br>
              <a:rPr lang="ro-RO" b="1" i="1" dirty="0"/>
            </a:br>
            <a:br>
              <a:rPr lang="ro-RO" b="1" i="1" dirty="0"/>
            </a:br>
            <a:r>
              <a:rPr lang="ro-RO" dirty="0"/>
              <a:t>Avantajele CNN-urilor:</a:t>
            </a:r>
            <a:br>
              <a:rPr lang="ro-RO" dirty="0"/>
            </a:br>
            <a:r>
              <a:rPr lang="ro-RO" dirty="0"/>
              <a:t>Nu necesită supraveghere umană.</a:t>
            </a:r>
            <a:endParaRPr lang="en-US" dirty="0"/>
          </a:p>
          <a:p>
            <a:r>
              <a:rPr lang="ro-RO" dirty="0"/>
              <a:t>  Extracție automată de caracteristici.</a:t>
            </a:r>
            <a:endParaRPr lang="en-US" dirty="0"/>
          </a:p>
          <a:p>
            <a:r>
              <a:rPr lang="ro-RO" dirty="0"/>
              <a:t>  Acuratețe ridicată în recunoaștere și clasificare.</a:t>
            </a:r>
            <a:endParaRPr lang="en-US" dirty="0"/>
          </a:p>
          <a:p>
            <a:r>
              <a:rPr lang="ro-RO" dirty="0"/>
              <a:t>  Partajarea ponderilor.</a:t>
            </a:r>
            <a:endParaRPr lang="en-US" dirty="0"/>
          </a:p>
          <a:p>
            <a:r>
              <a:rPr lang="ro-RO" dirty="0"/>
              <a:t>  Minimizează efortul computațional.</a:t>
            </a:r>
            <a:endParaRPr lang="en-US" dirty="0"/>
          </a:p>
          <a:p>
            <a:r>
              <a:rPr lang="ro-RO" dirty="0"/>
              <a:t>  Folosește aceleași cunoștințe în toate locațiile din matrice</a:t>
            </a:r>
            <a:endParaRPr lang="en-US" dirty="0"/>
          </a:p>
          <a:p>
            <a:r>
              <a:rPr lang="it-IT" dirty="0"/>
              <a:t>  Capacitate de a </a:t>
            </a:r>
            <a:r>
              <a:rPr lang="it-IT" dirty="0" err="1"/>
              <a:t>gestiona</a:t>
            </a:r>
            <a:r>
              <a:rPr lang="it-IT" dirty="0"/>
              <a:t> </a:t>
            </a:r>
            <a:r>
              <a:rPr lang="it-IT" dirty="0" err="1"/>
              <a:t>seturi</a:t>
            </a:r>
            <a:r>
              <a:rPr lang="it-IT" dirty="0"/>
              <a:t> mari de date.</a:t>
            </a:r>
            <a:endParaRPr lang="en-US" dirty="0"/>
          </a:p>
          <a:p>
            <a:r>
              <a:rPr lang="it-IT" dirty="0"/>
              <a:t>  </a:t>
            </a:r>
            <a:r>
              <a:rPr lang="it-IT" dirty="0" err="1"/>
              <a:t>Învățare</a:t>
            </a:r>
            <a:r>
              <a:rPr lang="it-IT" dirty="0"/>
              <a:t> </a:t>
            </a:r>
            <a:r>
              <a:rPr lang="it-IT" dirty="0" err="1"/>
              <a:t>ierarhică</a:t>
            </a:r>
            <a:r>
              <a:rPr lang="it-IT" dirty="0"/>
              <a:t>.</a:t>
            </a:r>
            <a:br>
              <a:rPr lang="it-IT" dirty="0"/>
            </a:br>
            <a:br>
              <a:rPr lang="it-IT" dirty="0"/>
            </a:br>
            <a:r>
              <a:rPr lang="it-IT" dirty="0"/>
              <a:t>[11]</a:t>
            </a:r>
            <a:endParaRPr lang="en-US" dirty="0"/>
          </a:p>
          <a:p>
            <a:r>
              <a:rPr lang="it-IT" dirty="0" err="1"/>
              <a:t>Principala</a:t>
            </a:r>
            <a:r>
              <a:rPr lang="it-IT" dirty="0"/>
              <a:t> provocare </a:t>
            </a:r>
            <a:r>
              <a:rPr lang="it-IT" dirty="0" err="1"/>
              <a:t>în</a:t>
            </a:r>
            <a:r>
              <a:rPr lang="it-IT" dirty="0"/>
              <a:t> </a:t>
            </a:r>
            <a:r>
              <a:rPr lang="it-IT" dirty="0" err="1"/>
              <a:t>utilizarea</a:t>
            </a:r>
            <a:r>
              <a:rPr lang="it-IT" dirty="0"/>
              <a:t> </a:t>
            </a:r>
            <a:r>
              <a:rPr lang="it-IT" dirty="0" err="1"/>
              <a:t>rețelelor</a:t>
            </a:r>
            <a:r>
              <a:rPr lang="it-IT" dirty="0"/>
              <a:t> CNN </a:t>
            </a:r>
            <a:r>
              <a:rPr lang="it-IT" dirty="0" err="1"/>
              <a:t>pentru</a:t>
            </a:r>
            <a:r>
              <a:rPr lang="it-IT" dirty="0"/>
              <a:t> </a:t>
            </a:r>
            <a:r>
              <a:rPr lang="it-IT" dirty="0" err="1"/>
              <a:t>analizarea</a:t>
            </a:r>
            <a:r>
              <a:rPr lang="it-IT" dirty="0"/>
              <a:t> EEG este </a:t>
            </a:r>
            <a:r>
              <a:rPr lang="it-IT" dirty="0" err="1"/>
              <a:t>modul</a:t>
            </a:r>
            <a:r>
              <a:rPr lang="it-IT" dirty="0"/>
              <a:t> de a converti </a:t>
            </a:r>
            <a:r>
              <a:rPr lang="it-IT" dirty="0" err="1"/>
              <a:t>caracteristicile</a:t>
            </a:r>
            <a:r>
              <a:rPr lang="it-IT" dirty="0"/>
              <a:t> temporale </a:t>
            </a:r>
            <a:r>
              <a:rPr lang="it-IT" dirty="0" err="1"/>
              <a:t>și</a:t>
            </a:r>
            <a:r>
              <a:rPr lang="it-IT" dirty="0"/>
              <a:t> </a:t>
            </a:r>
            <a:r>
              <a:rPr lang="it-IT" dirty="0" err="1"/>
              <a:t>spațiale</a:t>
            </a:r>
            <a:r>
              <a:rPr lang="it-IT" dirty="0"/>
              <a:t> </a:t>
            </a:r>
            <a:r>
              <a:rPr lang="it-IT" dirty="0" err="1"/>
              <a:t>ale</a:t>
            </a:r>
            <a:r>
              <a:rPr lang="it-IT" dirty="0"/>
              <a:t> </a:t>
            </a:r>
            <a:r>
              <a:rPr lang="it-IT" dirty="0" err="1"/>
              <a:t>semnalelor</a:t>
            </a:r>
            <a:r>
              <a:rPr lang="it-IT" dirty="0"/>
              <a:t> EEG, </a:t>
            </a:r>
            <a:r>
              <a:rPr lang="it-IT" dirty="0" err="1"/>
              <a:t>înregistrate</a:t>
            </a:r>
            <a:r>
              <a:rPr lang="it-IT" dirty="0"/>
              <a:t> de la </a:t>
            </a:r>
            <a:r>
              <a:rPr lang="it-IT" dirty="0" err="1"/>
              <a:t>zeci</a:t>
            </a:r>
            <a:r>
              <a:rPr lang="it-IT" dirty="0"/>
              <a:t> de canale de </a:t>
            </a:r>
            <a:r>
              <a:rPr lang="it-IT" dirty="0" err="1"/>
              <a:t>electrozi</a:t>
            </a:r>
            <a:r>
              <a:rPr lang="it-IT" dirty="0"/>
              <a:t>, </a:t>
            </a:r>
            <a:r>
              <a:rPr lang="it-IT" dirty="0" err="1"/>
              <a:t>în</a:t>
            </a:r>
            <a:r>
              <a:rPr lang="it-IT" dirty="0"/>
              <a:t> date de </a:t>
            </a:r>
            <a:r>
              <a:rPr lang="it-IT" dirty="0" err="1"/>
              <a:t>tip</a:t>
            </a:r>
            <a:r>
              <a:rPr lang="it-IT" dirty="0"/>
              <a:t> </a:t>
            </a:r>
            <a:r>
              <a:rPr lang="it-IT" dirty="0" err="1"/>
              <a:t>imagine</a:t>
            </a:r>
            <a:r>
              <a:rPr lang="it-IT" dirty="0"/>
              <a:t> cu 3 canale.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194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9A89-68C7-DF96-3B7C-11FA19C47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State Of The Art(SOTA)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78732-B7D0-655F-BCEB-FDFF7E1F5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o-RO" b="1" i="1" dirty="0"/>
              <a:t>Perceptron multistrat(Multi-layer perceptron - MLP) </a:t>
            </a:r>
            <a:endParaRPr lang="en-US" dirty="0"/>
          </a:p>
          <a:p>
            <a:pPr marL="0" indent="0">
              <a:buNone/>
            </a:pPr>
            <a:r>
              <a:rPr lang="ro-RO" dirty="0"/>
              <a:t> </a:t>
            </a:r>
            <a:endParaRPr lang="en-US" dirty="0"/>
          </a:p>
          <a:p>
            <a:r>
              <a:rPr lang="ro-RO" dirty="0"/>
              <a:t>Avantaje și dezavanataje ale MLP:</a:t>
            </a:r>
            <a:br>
              <a:rPr lang="ro-RO" dirty="0"/>
            </a:br>
            <a:br>
              <a:rPr lang="ro-RO" dirty="0"/>
            </a:br>
            <a:r>
              <a:rPr lang="ro-RO" dirty="0"/>
              <a:t>Avantaje:</a:t>
            </a:r>
            <a:br>
              <a:rPr lang="ro-RO" dirty="0"/>
            </a:br>
            <a:r>
              <a:rPr lang="ro-RO" dirty="0"/>
              <a:t> </a:t>
            </a:r>
            <a:br>
              <a:rPr lang="ro-RO" dirty="0"/>
            </a:br>
            <a:r>
              <a:rPr lang="ro-RO" dirty="0"/>
              <a:t>Poate fi aplicat pt. a rezolva probleme non-liniare complexe</a:t>
            </a:r>
            <a:br>
              <a:rPr lang="ro-RO" dirty="0"/>
            </a:br>
            <a:r>
              <a:rPr lang="ro-RO" dirty="0"/>
              <a:t>Funcționează bine pe seturi de date mari</a:t>
            </a:r>
            <a:br>
              <a:rPr lang="ro-RO" dirty="0"/>
            </a:br>
            <a:r>
              <a:rPr lang="ro-RO" dirty="0"/>
              <a:t>Oferă predicții rapide după antrenare</a:t>
            </a:r>
            <a:br>
              <a:rPr lang="ro-RO" dirty="0"/>
            </a:br>
            <a:r>
              <a:rPr lang="ro-RO" dirty="0"/>
              <a:t>Cu un set de date mai mic, se poate obține aceeași acuratețe</a:t>
            </a:r>
            <a:br>
              <a:rPr lang="ro-RO" dirty="0"/>
            </a:br>
            <a:br>
              <a:rPr lang="ro-RO" dirty="0"/>
            </a:br>
            <a:r>
              <a:rPr lang="ro-RO" dirty="0"/>
              <a:t>Dezavantaje:</a:t>
            </a:r>
            <a:br>
              <a:rPr lang="ro-RO" dirty="0"/>
            </a:br>
            <a:r>
              <a:rPr lang="ro-RO" dirty="0"/>
              <a:t>Calculele consumă mult timp</a:t>
            </a:r>
            <a:br>
              <a:rPr lang="ro-RO" dirty="0"/>
            </a:br>
            <a:r>
              <a:rPr lang="ro-RO" dirty="0"/>
              <a:t>Funcționarea adecvată a modelului este influențată de calitatea datelor de antrenare</a:t>
            </a:r>
            <a:endParaRPr lang="en-US" dirty="0"/>
          </a:p>
          <a:p>
            <a:r>
              <a:rPr lang="ro-RO" dirty="0"/>
              <a:t>[12]</a:t>
            </a:r>
            <a:br>
              <a:rPr lang="ro-RO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053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2F5D-790C-8EE6-65CA-0BC190C0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State Of The Art(SOTA)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BD670-7844-EBC5-9E8A-1AB743BD8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1" i="1" dirty="0"/>
              <a:t>Rețele neuronale recurente(Recurrent Neural Network - RNN)</a:t>
            </a:r>
            <a:br>
              <a:rPr lang="ro-RO" b="1" i="1" dirty="0"/>
            </a:br>
            <a:br>
              <a:rPr lang="ro-RO" dirty="0"/>
            </a:br>
            <a:r>
              <a:rPr lang="ro-RO" dirty="0"/>
              <a:t>În cadrul unei cercetări, o rețea de tip LSTM(un caz particular de RNN) a reușit să extragă carateristicile temporale variate are semnalelor electrofiziologice de rezoluție ridicată cu scopul de a diferenția între copiii cu ADHD și cei neurotipici[13].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487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236BE-00E3-D78A-972C-28FFD233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State Of The Art(SOTA)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47B19-8841-9787-3783-CAA143A7A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o-RO" b="1" dirty="0"/>
              <a:t>Comparație între acuratețea CNN, RNN și MLP:</a:t>
            </a:r>
            <a:br>
              <a:rPr lang="ro-RO" b="1" dirty="0"/>
            </a:br>
            <a:endParaRPr lang="en-US" dirty="0"/>
          </a:p>
          <a:p>
            <a:r>
              <a:rPr lang="ro-RO" dirty="0"/>
              <a:t>În cadrul unei cercetari s-a obținut o ierarhizare a preciziei pentru CNN, RNN și MLP referitor la analiza datelor EEG.</a:t>
            </a:r>
            <a:endParaRPr lang="en-US" dirty="0"/>
          </a:p>
          <a:p>
            <a:r>
              <a:rPr lang="ro-RO" dirty="0"/>
              <a:t>CNN – 90,4%  </a:t>
            </a:r>
            <a:br>
              <a:rPr lang="ro-RO" dirty="0"/>
            </a:br>
            <a:r>
              <a:rPr lang="ro-RO" dirty="0"/>
              <a:t>MLP -  85,2%</a:t>
            </a:r>
            <a:endParaRPr lang="en-US" dirty="0"/>
          </a:p>
          <a:p>
            <a:pPr marL="0" indent="0">
              <a:buNone/>
            </a:pPr>
            <a:r>
              <a:rPr lang="ro-RO" dirty="0"/>
              <a:t>      RRN – 76,9%</a:t>
            </a:r>
            <a:br>
              <a:rPr lang="ro-RO" dirty="0"/>
            </a:br>
            <a:br>
              <a:rPr lang="ro-RO" dirty="0"/>
            </a:br>
            <a:r>
              <a:rPr lang="ro-RO" dirty="0"/>
              <a:t>RRN tinde să funcționeze mai bine când sunt analizate date temporale sau secvențiale.Asta deoarece asemenea date prezintă o anumită corelație între momente de timp.Rezultatele cercetării arată însă că această presupunere nu se poate face pentru semnale cerebrale. CNN realizeză o abstracție mai bună a datelor.Astfel, se explică valoarea ridicată a acurateții.Probabil deoarece convoluțiile permit identificarea tiparelor(e.g. valori de maxim local). [14]</a:t>
            </a:r>
            <a:endParaRPr lang="en-US" dirty="0"/>
          </a:p>
          <a:p>
            <a:pPr marL="0" indent="0">
              <a:buNone/>
            </a:pPr>
            <a:r>
              <a:rPr lang="ro-RO" b="1" dirty="0"/>
              <a:t> </a:t>
            </a:r>
            <a:r>
              <a:rPr lang="ro-RO" dirty="0"/>
              <a:t>Întrucât CNN dă dovadă de cea mai bună acuratețe, în proiectul de față am ales să folosim CNN.</a:t>
            </a:r>
            <a:endParaRPr lang="en-US" dirty="0"/>
          </a:p>
          <a:p>
            <a:r>
              <a:rPr lang="ro-RO" dirty="0"/>
              <a:t>În multiple articole de cercetare referitoare la analiză de date EEG pentru diagnosticarea ADHD-ului, este utilizată o arhitectură de tip 2D-CNN([[15]-[18]).</a:t>
            </a:r>
            <a:endParaRPr lang="en-US" dirty="0"/>
          </a:p>
          <a:p>
            <a:r>
              <a:rPr lang="ro-RO" dirty="0"/>
              <a:t>Într-o lucrare, seriile temporale EEG sunt filtrate pe benzi de frecvență specifice EEG utilizând un filtru FIR cu distorsiune de fază zero.Tot în acea lucrare, se folosește KFold cross-validation pentru evitarea overfitting-ului.[19]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807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2664-F07C-6066-8F81-D607C918E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Experimente și rezultate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4B16F4-D27F-EDED-888D-2E83801EC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În figura de mai jos este prezentat graficul semnalelor pe un interval de trei secunde:</a:t>
            </a:r>
            <a:br>
              <a:rPr lang="ro-RO" dirty="0"/>
            </a:br>
            <a:br>
              <a:rPr lang="ro-RO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35EEE8-DBD4-649F-A286-667AF43BE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262" y="2991772"/>
            <a:ext cx="5943600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8881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72EA-428B-0DF5-8127-302212C1C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Experimente și rezultate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1BE01-179E-5554-E177-374163C84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În figura de mai jos este reprezentată grafic  densitatea spectrală de putere(DSP) fără a se aplica vreo filtrare asupra acesteia:</a:t>
            </a:r>
            <a:br>
              <a:rPr lang="ro-RO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5484FD-7262-CDE4-6B03-577CEB431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408" y="2718308"/>
            <a:ext cx="5943600" cy="3566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083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FCFAB-D903-316F-98D1-A4B61C950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771D3-C238-F524-6E27-CE6F4E646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Experimente și rezultate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E2154-1B6A-D33B-76D6-AA8965557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În figura de mai sus este reprezentată grafic  densitatea spectrală de putere(DSP) după ce zgomotul de la 0Hz și cel de la 50Hz sunt filtrate:</a:t>
            </a:r>
            <a:br>
              <a:rPr lang="ro-RO" dirty="0"/>
            </a:br>
            <a:br>
              <a:rPr lang="ro-RO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75A91-65DF-975B-3E05-26C2AB5E4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560" y="2745740"/>
            <a:ext cx="5943600" cy="3566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7719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E5777-E145-B1D2-A538-7E057CB8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A50DBF-1E42-447A-F7E1-684BB6811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ro-RO" sz="4800">
                <a:solidFill>
                  <a:schemeClr val="bg1"/>
                </a:solidFill>
              </a:rPr>
              <a:t>Experimente și rezultate</a:t>
            </a:r>
            <a:endParaRPr lang="en-US" sz="48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44A224-7350-4334-D70E-C12EB0DAB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1359" y="1220312"/>
            <a:ext cx="10843065" cy="2060182"/>
          </a:xfrm>
          <a:prstGeom prst="rect">
            <a:avLst/>
          </a:prstGeom>
          <a:noFill/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01E3D-5179-4638-89F4-E2F27E01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549111" cy="2129599"/>
          </a:xfrm>
          <a:noFill/>
        </p:spPr>
        <p:txBody>
          <a:bodyPr anchor="t">
            <a:normAutofit/>
          </a:bodyPr>
          <a:lstStyle/>
          <a:p>
            <a:r>
              <a:rPr lang="ro-RO" sz="1400">
                <a:solidFill>
                  <a:schemeClr val="bg1"/>
                </a:solidFill>
              </a:rPr>
              <a:t>Înaintea utilizării filtrului FIR, acuratețea modelului era de doar 55,75% adică doar puțin peste valoarea alegerii la întâmplare(este o problemă de clasificare binară, deci probabilitiatea de a ghici corect este de 50%).</a:t>
            </a:r>
            <a:br>
              <a:rPr lang="ro-RO" sz="1400">
                <a:solidFill>
                  <a:schemeClr val="bg1"/>
                </a:solidFill>
              </a:rPr>
            </a:br>
            <a:br>
              <a:rPr lang="ro-RO" sz="1400">
                <a:solidFill>
                  <a:schemeClr val="bg1"/>
                </a:solidFill>
              </a:rPr>
            </a:br>
            <a:r>
              <a:rPr lang="ro-RO" sz="1400">
                <a:solidFill>
                  <a:schemeClr val="bg1"/>
                </a:solidFill>
              </a:rPr>
              <a:t>După utilizarea filtrului FIR, s-au obținut valori neverosimil de mari pentru acuratețe(99,80%).</a:t>
            </a:r>
            <a:br>
              <a:rPr lang="ro-RO" sz="1400">
                <a:solidFill>
                  <a:schemeClr val="bg1"/>
                </a:solidFill>
              </a:rPr>
            </a:br>
            <a:br>
              <a:rPr lang="ro-RO" sz="1400">
                <a:solidFill>
                  <a:schemeClr val="bg1"/>
                </a:solidFill>
              </a:rPr>
            </a:br>
            <a:br>
              <a:rPr lang="ro-RO" sz="1400">
                <a:solidFill>
                  <a:schemeClr val="bg1"/>
                </a:solidFill>
              </a:rPr>
            </a:br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356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C5D6D-7CB2-1FCF-72A8-9C68BA06D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B2B5E9-ABCC-1A0F-1FB2-6E9663407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DEEA9E-41AC-1EA9-0A70-6E1622810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2D49E2-4CF9-FD80-716B-3517D1336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E060825-3509-B4E3-B4C8-D0DC6EBB3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8E6CBE1-E08D-B113-995F-4D86E364F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095255E-DC14-E364-1D64-0A13EE54D5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47BFC75-F0EA-1260-1AE3-1494C1E07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47AEC2F-1B8B-720E-99DC-B8D74FB89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B5A84E7-FBA1-2E2D-377F-4D0906FB8F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19237D6-57CD-95E5-0461-527874A3B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7E47870-8667-A463-5D96-557355A15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E8FDAF0-CEB9-DEC0-0847-A51CA43D6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A573A26-1619-5F64-BDAD-6A6C5B88B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FF3B438-5939-5212-E04F-4EA9DC8B5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F2D794B-0999-6B6A-6DBD-7802849BAC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4F42F9FD-51D3-2DA4-65F9-A9D40ED85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D03598F-119A-323E-CC5C-EF891F273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C0A23B8-D997-AC73-3120-B28276D99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90AE50D-B143-1B6A-43AE-AA6AF8F3E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D42FD03-C3A5-7749-A883-D58D11310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5B84FE2-18A9-BFD6-EAA4-D3A86F290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4A6D3C-57E3-69B0-6098-CF7AFC917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ro-RO" sz="4800">
                <a:solidFill>
                  <a:schemeClr val="bg1"/>
                </a:solidFill>
              </a:rPr>
              <a:t>Experimente și rezultate</a:t>
            </a:r>
            <a:endParaRPr lang="en-US" sz="48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A34BB2-2352-425D-0617-DD878E69B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1359" y="1220312"/>
            <a:ext cx="10843065" cy="2060182"/>
          </a:xfrm>
          <a:prstGeom prst="rect">
            <a:avLst/>
          </a:prstGeom>
          <a:noFill/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8E4EBF72-5299-2712-4B06-E27A7CC47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01A261E-0C48-5DEB-EE6D-04F38F6AD1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A80C1F6-AA98-1FD0-4FF5-DAB3EE4A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0C2CBDD-040A-A964-0AE7-98D02FD06E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E55BC3-4D6E-DF78-9D41-BFE30EC12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BF04F82C-38BD-2DFF-226C-651D84FFF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6EE8E-94A3-1C59-0FD0-C7BC15BD9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549111" cy="2129599"/>
          </a:xfrm>
          <a:noFill/>
        </p:spPr>
        <p:txBody>
          <a:bodyPr anchor="t">
            <a:normAutofit lnSpcReduction="10000"/>
          </a:bodyPr>
          <a:lstStyle/>
          <a:p>
            <a:r>
              <a:rPr lang="ro-RO" sz="1400" dirty="0">
                <a:solidFill>
                  <a:schemeClr val="bg1"/>
                </a:solidFill>
              </a:rPr>
              <a:t>Înaintea utilizării filtrului FIR, acuratețea modelului era de doar 55,75% adică doar puțin peste valoarea alegerii la întâmplare(este o problemă de clasificare binară, deci probabilitiatea de a ghici corect este de 50%).</a:t>
            </a:r>
            <a:br>
              <a:rPr lang="ro-RO" sz="1400" dirty="0">
                <a:solidFill>
                  <a:schemeClr val="bg1"/>
                </a:solidFill>
              </a:rPr>
            </a:br>
            <a:br>
              <a:rPr lang="ro-RO" sz="1400" dirty="0">
                <a:solidFill>
                  <a:schemeClr val="bg1"/>
                </a:solidFill>
              </a:rPr>
            </a:br>
            <a:r>
              <a:rPr lang="ro-RO" sz="1400" dirty="0">
                <a:solidFill>
                  <a:schemeClr val="bg1"/>
                </a:solidFill>
              </a:rPr>
              <a:t>După utilizarea filtrului FIR, s-au obținut valori neverosimil de mari pentru acuratețe(99,80%).Asta era generat de data leakage.</a:t>
            </a:r>
            <a:r>
              <a:rPr lang="ro-RO" dirty="0"/>
              <a:t>.</a:t>
            </a:r>
            <a:br>
              <a:rPr lang="ro-RO" sz="1400" dirty="0">
                <a:solidFill>
                  <a:schemeClr val="bg1"/>
                </a:solidFill>
              </a:rPr>
            </a:br>
            <a:br>
              <a:rPr lang="ro-RO" sz="1400" dirty="0">
                <a:solidFill>
                  <a:schemeClr val="bg1"/>
                </a:solidFill>
              </a:rPr>
            </a:br>
            <a:br>
              <a:rPr lang="ro-RO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480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FC8BB-9876-B2AA-91C6-F14673E78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807A23-8F10-3D45-E4C4-180A55A47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32D886-607B-B476-EB56-AD76E935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457492-329A-975C-6AE1-D27967E54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6F7374E-6CC7-9211-042C-CC86653E4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DF1AA05-F481-8051-349A-BCA491829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D36E690-857F-4A53-FCDE-15762263AC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9263258-03FB-99EF-61C5-2DE1C966D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F012AE7-2E35-44E2-EC5F-9E56FECED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6095E48-F0E1-E670-BE66-199C69F16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84F5F8E-3476-C41E-E0AB-4FC7BCD14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141F14-17C1-048D-FCE9-C4B27FCB5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6AA844B-5FFB-7C4D-5868-0D72A51A2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E240D16-C2E2-6DEF-90C7-11D85D9FE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29C0B8B-3D87-45C9-B47E-0302F915E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7CAC787-F79C-A7F3-1812-359AE4E0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53BF89FF-2860-3A2D-096B-C6F015B4A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C6AC36B-6766-9A2F-F1C3-EED6D0E97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D1FBDE-0F80-C478-754F-CFDB86F2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0D95E50-56D5-78BF-0BE7-87DC36AC4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53CD27D-FC92-0D07-9B73-CB1578C46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0ED02D8-E1EC-05B0-E6ED-89F5867BA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544E5AC-93FD-DB51-D07F-C185B7BAE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ro-RO" sz="4800">
                <a:solidFill>
                  <a:schemeClr val="bg1"/>
                </a:solidFill>
              </a:rPr>
              <a:t>Experimente și rezultate</a:t>
            </a:r>
            <a:endParaRPr lang="en-US" sz="4800">
              <a:solidFill>
                <a:schemeClr val="bg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C48CF0B-D4AF-0E25-942F-1BB0358C0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8BABDAB-8FC4-E993-BAE0-4089C273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F21E260-E76E-1BB4-B7D5-375063C5B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E067C0B-B5D1-5A0D-6648-A36E762ADC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6C0BBBA-06B2-7A14-51A5-022A391D90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5C144274-39EE-DA6F-3993-93EE030A6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E61FF-C8D2-3A99-B91A-CE2CCC6B6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549111" cy="2129599"/>
          </a:xfrm>
          <a:noFill/>
        </p:spPr>
        <p:txBody>
          <a:bodyPr anchor="t">
            <a:normAutofit/>
          </a:bodyPr>
          <a:lstStyle/>
          <a:p>
            <a:pPr marL="0" indent="0">
              <a:buNone/>
            </a:pPr>
            <a:br>
              <a:rPr lang="ro-RO" sz="1400" dirty="0">
                <a:solidFill>
                  <a:schemeClr val="bg1"/>
                </a:solidFill>
              </a:rPr>
            </a:br>
            <a:br>
              <a:rPr lang="ro-RO" sz="1400" dirty="0">
                <a:solidFill>
                  <a:schemeClr val="bg1"/>
                </a:solidFill>
              </a:rPr>
            </a:br>
            <a:r>
              <a:rPr lang="ro-RO" sz="1400" dirty="0">
                <a:solidFill>
                  <a:schemeClr val="bg1"/>
                </a:solidFill>
              </a:rPr>
              <a:t>Pentru a rezolva această problemă, am utilizat Kfolds cross-validation.Astfel, valoarea acurateții a devenit verosimilă(66,78+/-5,25%).</a:t>
            </a:r>
          </a:p>
          <a:p>
            <a:pPr marL="0" indent="0">
              <a:buNone/>
            </a:pPr>
            <a:r>
              <a:rPr lang="ro-RO" sz="1400" dirty="0">
                <a:solidFill>
                  <a:schemeClr val="bg1"/>
                </a:solidFill>
              </a:rPr>
              <a:t>Această acuratețe, deși nu impresionantă, este sensibil mai mare decât 50%, adică probabilitiatea unei ghiciri aleatoare.</a:t>
            </a:r>
          </a:p>
          <a:p>
            <a:pPr marL="0" indent="0">
              <a:buNone/>
            </a:pPr>
            <a:br>
              <a:rPr lang="ro-RO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426334-B165-457F-0CF4-E49DC17D4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311" y="1461779"/>
            <a:ext cx="5239481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12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5D40-2109-EF88-27EB-C856EC330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Citări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49A17-DA10-D4CC-FC13-65A9AB0E2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[1] </a:t>
            </a:r>
            <a:r>
              <a:rPr lang="ro-RO" u="sng" dirty="0">
                <a:hlinkClick r:id="rId2"/>
              </a:rPr>
              <a:t>https://www.inderscienceonline.com/doi/abs/10.1504/IJBET.2016.079488</a:t>
            </a:r>
            <a:endParaRPr lang="en-US" dirty="0"/>
          </a:p>
          <a:p>
            <a:r>
              <a:rPr lang="ro-RO" dirty="0"/>
              <a:t>[2] </a:t>
            </a:r>
            <a:r>
              <a:rPr lang="ro-RO" u="sng" dirty="0">
                <a:hlinkClick r:id="rId3"/>
              </a:rPr>
              <a:t>https://ieeexplore.ieee.org/abstract/document/7724548</a:t>
            </a:r>
            <a:endParaRPr lang="en-US" dirty="0"/>
          </a:p>
          <a:p>
            <a:r>
              <a:rPr lang="ro-RO" dirty="0"/>
              <a:t>[3] </a:t>
            </a:r>
            <a:r>
              <a:rPr lang="ro-RO" u="sng" dirty="0">
                <a:hlinkClick r:id="rId4"/>
              </a:rPr>
              <a:t>https://www.inderscienceonline.com/doi/pdf/10.1504/IJBET.2016.079488</a:t>
            </a:r>
            <a:endParaRPr lang="en-US" dirty="0"/>
          </a:p>
          <a:p>
            <a:r>
              <a:rPr lang="ro-RO" dirty="0"/>
              <a:t>[4] Platforma  laboratorului 4 de IA: </a:t>
            </a:r>
            <a:r>
              <a:rPr lang="ro-RO" u="sng" dirty="0">
                <a:hlinkClick r:id="rId5"/>
              </a:rPr>
              <a:t>https://tiny.cc/L4_IA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716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A9BBF-5965-FFF3-3953-48B19E643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6E405-3AA7-EB5E-D52F-E9B6F1DF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Citări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F6722-413B-FBBE-00AD-F477AD3BA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o-RO" dirty="0"/>
              <a:t>[5]</a:t>
            </a:r>
            <a:r>
              <a:rPr lang="ro-RO" u="sng" dirty="0">
                <a:hlinkClick r:id="rId2"/>
              </a:rPr>
              <a:t>https://www.researchgate.net/profile/Rubita-Sudirman/publication/278158968_Butterworth_Bandpass_and_Stationary_Wavelet_Transform_Filter_Comparison_for_Electroencephalography_Signal/links/557cfad308aeb61eae2365aa/Butterworth-Bandpass-and-Stationary-Wavelet-Transform-Filter-Comparison-for-Electroencephalography-Signal.pdf</a:t>
            </a:r>
            <a:endParaRPr lang="ro-RO" u="sng" dirty="0"/>
          </a:p>
          <a:p>
            <a:r>
              <a:rPr lang="ro-RO" dirty="0"/>
              <a:t>[6] </a:t>
            </a:r>
            <a:r>
              <a:rPr lang="ro-RO" u="sng" dirty="0">
                <a:hlinkClick r:id="rId3"/>
              </a:rPr>
              <a:t>https://www.kaggle.com/datasets/danizo/eeg-dataset-for-adhd</a:t>
            </a:r>
            <a:endParaRPr lang="en-US" dirty="0"/>
          </a:p>
          <a:p>
            <a:r>
              <a:rPr lang="ro-RO" dirty="0"/>
              <a:t> [7] </a:t>
            </a:r>
            <a:r>
              <a:rPr lang="ro-RO" u="sng" dirty="0">
                <a:hlinkClick r:id="rId4"/>
              </a:rPr>
              <a:t>https://ieeexplore.ieee.org/stamp/stamp.jsp?arnumber=10091501</a:t>
            </a:r>
            <a:endParaRPr lang="en-US" dirty="0"/>
          </a:p>
          <a:p>
            <a:r>
              <a:rPr lang="ro-RO" dirty="0"/>
              <a:t>[8] </a:t>
            </a:r>
            <a:r>
              <a:rPr lang="ro-RO" u="sng" dirty="0">
                <a:hlinkClick r:id="rId5"/>
              </a:rPr>
              <a:t>https://www.sciencedirect.com/science/article/pii/S2666990022000313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53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EA45C-CA70-295F-BC6F-267F15BB2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C00F9-ECDB-CDF3-46FE-FECA6B51D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Citări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AFC5F-0E4B-34C7-BAFE-311325923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[9] </a:t>
            </a:r>
            <a:r>
              <a:rPr lang="ro-RO" u="sng" dirty="0">
                <a:hlinkClick r:id="rId2"/>
              </a:rPr>
              <a:t>https://link.springer.com/content/pdf/10.1007/s11571-023-10028-2.pdf</a:t>
            </a:r>
            <a:endParaRPr lang="en-US" dirty="0"/>
          </a:p>
          <a:p>
            <a:r>
              <a:rPr lang="ro-RO" dirty="0"/>
              <a:t>[10]</a:t>
            </a:r>
            <a:endParaRPr lang="en-US" dirty="0"/>
          </a:p>
          <a:p>
            <a:r>
              <a:rPr lang="ro-RO" u="sng" dirty="0">
                <a:hlinkClick r:id="rId3"/>
              </a:rPr>
              <a:t>https://www.researchgate.net/profile/Rubita-Sudirman/publication/278158968_Butterworth_Bandpass_and_Stationary_Wavelet_Transform_Filter_Comparison_for_Electroencephalography_Signal/links/557cfad308aeb61eae2365aa/Butterworth-Bandpass-and-Stationary-Wavelet-Transform-Filter-Comparison-for-Electroencephalography-Signal.pdf</a:t>
            </a:r>
            <a:endParaRPr lang="en-US" dirty="0"/>
          </a:p>
          <a:p>
            <a:r>
              <a:rPr lang="en-US" dirty="0"/>
              <a:t>[11] </a:t>
            </a:r>
            <a:r>
              <a:rPr lang="ro-RO" u="sng" dirty="0">
                <a:hlinkClick r:id="rId4"/>
              </a:rPr>
              <a:t>https://www.engati.ai/glossary/convolutional-neural-network</a:t>
            </a:r>
            <a:endParaRPr lang="en-US" dirty="0"/>
          </a:p>
          <a:p>
            <a:r>
              <a:rPr lang="ro-RO" dirty="0"/>
              <a:t>[12] </a:t>
            </a:r>
            <a:r>
              <a:rPr lang="ro-RO" u="sng" dirty="0">
                <a:hlinkClick r:id="rId5"/>
              </a:rPr>
              <a:t>https://www.researchgate.net/figure/Multilayer-Perceptron-Advantages-and-Disadvantages_tbl4_338950098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7690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D67FB-BFE6-D212-9D62-9064B482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10EF0-C803-48F3-8CE0-FBC086357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Citări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40DAE-16F2-49C9-5DE1-2A7102BFC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/>
              <a:t>[13] </a:t>
            </a:r>
            <a:r>
              <a:rPr lang="ro-RO" u="sng" dirty="0">
                <a:hlinkClick r:id="rId2"/>
              </a:rPr>
              <a:t>https://iopscience.iop.org/article/10.1088/1741-2552/ac4f07/meta</a:t>
            </a:r>
            <a:endParaRPr lang="en-US" dirty="0"/>
          </a:p>
          <a:p>
            <a:r>
              <a:rPr lang="ro-RO" dirty="0"/>
              <a:t>[14] </a:t>
            </a:r>
            <a:r>
              <a:rPr lang="ro-RO" u="sng" dirty="0">
                <a:hlinkClick r:id="rId3"/>
              </a:rPr>
              <a:t>https://arxiv.org/pdf/2203.10009</a:t>
            </a:r>
            <a:endParaRPr lang="en-US" dirty="0"/>
          </a:p>
          <a:p>
            <a:r>
              <a:rPr lang="ro-RO" dirty="0"/>
              <a:t>[15] </a:t>
            </a:r>
            <a:r>
              <a:rPr lang="ro-RO" u="sng" dirty="0">
                <a:hlinkClick r:id="rId4"/>
              </a:rPr>
              <a:t>https://iopscience.iop.org/article/10.1088/1741-2552/ab3a0a/meta</a:t>
            </a:r>
            <a:endParaRPr lang="en-US" dirty="0"/>
          </a:p>
          <a:p>
            <a:r>
              <a:rPr lang="ro-RO" dirty="0"/>
              <a:t>[16] </a:t>
            </a:r>
            <a:r>
              <a:rPr lang="ro-RO" u="sng" dirty="0">
                <a:hlinkClick r:id="rId5"/>
              </a:rPr>
              <a:t>https://link.springer.com/content/pdf/10.1007/s11571-023-10028-2.pdf</a:t>
            </a:r>
            <a:endParaRPr lang="en-US" dirty="0"/>
          </a:p>
          <a:p>
            <a:r>
              <a:rPr lang="ro-RO" dirty="0"/>
              <a:t>[17] </a:t>
            </a:r>
            <a:r>
              <a:rPr lang="ro-RO" u="sng" dirty="0">
                <a:hlinkClick r:id="rId6"/>
              </a:rPr>
              <a:t>https://ieeexplore.ieee.org/abstract/document/11222381</a:t>
            </a:r>
            <a:endParaRPr lang="en-US" dirty="0"/>
          </a:p>
          <a:p>
            <a:r>
              <a:rPr lang="ro-RO" dirty="0"/>
              <a:t>[18]</a:t>
            </a:r>
            <a:r>
              <a:rPr lang="ro-RO" u="sng" dirty="0">
                <a:hlinkClick r:id="rId7"/>
              </a:rPr>
              <a:t>https://publications.aston.ac.uk/id/eprint/42268/1/Bird_et_al_2021_J._Neural_Eng._10.1088_1741_2552_abda0c.pdf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80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1850</Words>
  <Application>Microsoft Office PowerPoint</Application>
  <PresentationFormat>Widescreen</PresentationFormat>
  <Paragraphs>112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Proiect 3 IA</vt:lpstr>
      <vt:lpstr>Problema proiectului</vt:lpstr>
      <vt:lpstr>Problema proiectului</vt:lpstr>
      <vt:lpstr>Propunere de implementare</vt:lpstr>
      <vt:lpstr>1. Input EEG</vt:lpstr>
      <vt:lpstr>2. Preprocesare </vt:lpstr>
      <vt:lpstr>3. Transformare pentru CNN </vt:lpstr>
      <vt:lpstr>4. Convoluție + Activare</vt:lpstr>
      <vt:lpstr>5. Pooling </vt:lpstr>
      <vt:lpstr>6. Flatten </vt:lpstr>
      <vt:lpstr>7. Fully Connected Layers </vt:lpstr>
      <vt:lpstr>8. Output (Softmax / Sigmoid) </vt:lpstr>
      <vt:lpstr>9. Cross-validation cu KFolds</vt:lpstr>
      <vt:lpstr>State Of The Art(SOTA)</vt:lpstr>
      <vt:lpstr>State Of The Art(SOTA)</vt:lpstr>
      <vt:lpstr>State Of The Art(SOTA)</vt:lpstr>
      <vt:lpstr>State Of The Art(SOTA)</vt:lpstr>
      <vt:lpstr>State Of The Art(SOTA)</vt:lpstr>
      <vt:lpstr>State Of The Art(SOTA)</vt:lpstr>
      <vt:lpstr>Experimente și rezultate</vt:lpstr>
      <vt:lpstr>Experimente și rezultate</vt:lpstr>
      <vt:lpstr>Experimente și rezultate</vt:lpstr>
      <vt:lpstr>Experimente și rezultate</vt:lpstr>
      <vt:lpstr>Experimente și rezultate</vt:lpstr>
      <vt:lpstr>Experimente și rezultate</vt:lpstr>
      <vt:lpstr>Citări</vt:lpstr>
      <vt:lpstr>Citări</vt:lpstr>
      <vt:lpstr>Citări</vt:lpstr>
      <vt:lpstr>Citări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Zidu</dc:creator>
  <cp:lastModifiedBy>Cristian Zidu</cp:lastModifiedBy>
  <cp:revision>1</cp:revision>
  <dcterms:created xsi:type="dcterms:W3CDTF">2026-01-20T00:31:21Z</dcterms:created>
  <dcterms:modified xsi:type="dcterms:W3CDTF">2026-01-20T01:38:10Z</dcterms:modified>
</cp:coreProperties>
</file>